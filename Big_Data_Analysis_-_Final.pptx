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507789" y="0"/>
            <a:ext cx="10782300" cy="10287000"/>
          </a:xfrm>
          <a:custGeom>
            <a:avLst/>
            <a:gdLst/>
            <a:ahLst/>
            <a:cxnLst/>
            <a:rect l="l" t="t" r="r" b="b"/>
            <a:pathLst>
              <a:path w="10782300" h="10287000">
                <a:moveTo>
                  <a:pt x="107822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0782299" y="0"/>
                </a:lnTo>
                <a:lnTo>
                  <a:pt x="10782299" y="10286999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699" y="2251408"/>
            <a:ext cx="9086849" cy="55340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49085" y="7003574"/>
            <a:ext cx="3819524" cy="32834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2" y="3423"/>
            <a:ext cx="2617142" cy="22444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785823" y="939274"/>
            <a:ext cx="6486525" cy="2073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450" b="1" i="0">
                <a:solidFill>
                  <a:srgbClr val="F9B80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92458" y="2260931"/>
            <a:ext cx="9303082" cy="1216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7.jpg"/><Relationship Id="rId6" Type="http://schemas.openxmlformats.org/officeDocument/2006/relationships/image" Target="../media/image18.png"/><Relationship Id="rId7" Type="http://schemas.openxmlformats.org/officeDocument/2006/relationships/image" Target="../media/image19.jpg"/><Relationship Id="rId8" Type="http://schemas.openxmlformats.org/officeDocument/2006/relationships/image" Target="../media/image2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image" Target="../media/image24.png"/><Relationship Id="rId7" Type="http://schemas.openxmlformats.org/officeDocument/2006/relationships/image" Target="../media/image25.jpg"/><Relationship Id="rId8" Type="http://schemas.openxmlformats.org/officeDocument/2006/relationships/image" Target="../media/image26.jpg"/><Relationship Id="rId9" Type="http://schemas.openxmlformats.org/officeDocument/2006/relationships/image" Target="../media/image2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Relationship Id="rId3" Type="http://schemas.openxmlformats.org/officeDocument/2006/relationships/image" Target="../media/image28.png"/><Relationship Id="rId4" Type="http://schemas.openxmlformats.org/officeDocument/2006/relationships/image" Target="../media/image2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16.png"/><Relationship Id="rId4" Type="http://schemas.openxmlformats.org/officeDocument/2006/relationships/image" Target="../media/image3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38690"/>
            <a:ext cx="4699832" cy="4248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89596" y="3720"/>
            <a:ext cx="3398402" cy="29109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4348" y="3850529"/>
            <a:ext cx="2495549" cy="10382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40304" y="143719"/>
            <a:ext cx="1523999" cy="17716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31219" y="8373319"/>
            <a:ext cx="1523999" cy="17716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707228" y="5164457"/>
            <a:ext cx="4873625" cy="197421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6250" spc="85">
                <a:solidFill>
                  <a:srgbClr val="F9B80C"/>
                </a:solidFill>
                <a:latin typeface="Verdana"/>
                <a:cs typeface="Verdana"/>
              </a:rPr>
              <a:t>PythoNinjas</a:t>
            </a:r>
            <a:endParaRPr sz="62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459"/>
              </a:spcBef>
            </a:pPr>
            <a:r>
              <a:rPr dirty="0" sz="2800" spc="14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li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20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pp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175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-40"/>
              <a:t>Big</a:t>
            </a:r>
            <a:r>
              <a:rPr dirty="0" spc="-425"/>
              <a:t> </a:t>
            </a:r>
            <a:r>
              <a:rPr dirty="0" spc="-180"/>
              <a:t>Data</a:t>
            </a:r>
            <a:r>
              <a:rPr dirty="0" spc="-420"/>
              <a:t> </a:t>
            </a:r>
            <a:r>
              <a:rPr dirty="0" spc="-220"/>
              <a:t>Analysis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886750" y="8266423"/>
            <a:ext cx="5320665" cy="20066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640"/>
              </a:spcBef>
            </a:pPr>
            <a:r>
              <a:rPr dirty="0" sz="2800" spc="-15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800" spc="10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ill</a:t>
            </a:r>
            <a:r>
              <a:rPr dirty="0" sz="2800" spc="-3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10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800" spc="24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2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dirty="0" sz="2800" spc="14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8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800" spc="-33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35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dirty="0" sz="2800" spc="8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8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800" spc="-12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2800">
              <a:latin typeface="Verdana"/>
              <a:cs typeface="Verdana"/>
            </a:endParaRPr>
          </a:p>
          <a:p>
            <a:pPr algn="r" marL="2288540" marR="5080" indent="561975">
              <a:lnSpc>
                <a:spcPct val="116100"/>
              </a:lnSpc>
            </a:pPr>
            <a:r>
              <a:rPr dirty="0" sz="2800" spc="315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80">
                <a:solidFill>
                  <a:srgbClr val="FFFFFF"/>
                </a:solidFill>
                <a:latin typeface="Verdana"/>
                <a:cs typeface="Verdana"/>
              </a:rPr>
              <a:t>rr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85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800" spc="95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dirty="0" sz="2800" spc="17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14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-85">
                <a:solidFill>
                  <a:srgbClr val="FFFFFF"/>
                </a:solidFill>
                <a:latin typeface="Verdana"/>
                <a:cs typeface="Verdana"/>
              </a:rPr>
              <a:t>T  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dirty="0" sz="2800" spc="24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3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55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2800" spc="8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185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800" spc="-33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9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18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280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540"/>
              </a:spcBef>
            </a:pPr>
            <a:r>
              <a:rPr dirty="0" sz="2800" spc="9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800" spc="24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dirty="0" sz="2800" spc="10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800" spc="-8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800" spc="-20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2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8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185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800" spc="15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800" spc="16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800" spc="85">
                <a:solidFill>
                  <a:srgbClr val="FFFFFF"/>
                </a:solidFill>
                <a:latin typeface="Verdana"/>
                <a:cs typeface="Verdana"/>
              </a:rPr>
              <a:t>LL</a:t>
            </a:r>
            <a:r>
              <a:rPr dirty="0" sz="2800" spc="8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12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dirty="0" sz="2800" spc="14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7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14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4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8700"/>
            <a:ext cx="7896225" cy="3305175"/>
          </a:xfrm>
          <a:custGeom>
            <a:avLst/>
            <a:gdLst/>
            <a:ahLst/>
            <a:cxnLst/>
            <a:rect l="l" t="t" r="r" b="b"/>
            <a:pathLst>
              <a:path w="7896225" h="3305175">
                <a:moveTo>
                  <a:pt x="7896224" y="3305174"/>
                </a:moveTo>
                <a:lnTo>
                  <a:pt x="0" y="3305174"/>
                </a:lnTo>
                <a:lnTo>
                  <a:pt x="0" y="0"/>
                </a:lnTo>
                <a:lnTo>
                  <a:pt x="7896224" y="0"/>
                </a:lnTo>
                <a:lnTo>
                  <a:pt x="7896224" y="3305174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0382" y="2594048"/>
            <a:ext cx="8629649" cy="5095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841313"/>
            <a:ext cx="2847826" cy="24456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40037" y="0"/>
            <a:ext cx="2847961" cy="244554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80028" y="2018772"/>
            <a:ext cx="4991735" cy="11899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600" spc="-235">
                <a:solidFill>
                  <a:srgbClr val="F9B80C"/>
                </a:solidFill>
              </a:rPr>
              <a:t>Summary</a:t>
            </a:r>
            <a:endParaRPr sz="7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3024" y="5039520"/>
            <a:ext cx="114299" cy="1142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20390" y="4764558"/>
            <a:ext cx="4076065" cy="20066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2800" spc="95">
                <a:latin typeface="Verdana"/>
                <a:cs typeface="Verdana"/>
              </a:rPr>
              <a:t>Plan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-125">
                <a:latin typeface="Verdana"/>
                <a:cs typeface="Verdana"/>
              </a:rPr>
              <a:t>T</a:t>
            </a:r>
            <a:r>
              <a:rPr dirty="0" sz="2800" spc="114">
                <a:latin typeface="Verdana"/>
                <a:cs typeface="Verdana"/>
              </a:rPr>
              <a:t>h</a:t>
            </a:r>
            <a:r>
              <a:rPr dirty="0" sz="2800" spc="20">
                <a:latin typeface="Verdana"/>
                <a:cs typeface="Verdana"/>
              </a:rPr>
              <a:t>e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150">
                <a:latin typeface="Verdana"/>
                <a:cs typeface="Verdana"/>
              </a:rPr>
              <a:t>D</a:t>
            </a:r>
            <a:r>
              <a:rPr dirty="0" sz="2800" spc="-35">
                <a:latin typeface="Verdana"/>
                <a:cs typeface="Verdana"/>
              </a:rPr>
              <a:t>a</a:t>
            </a:r>
            <a:r>
              <a:rPr dirty="0" sz="2800" spc="25">
                <a:latin typeface="Verdana"/>
                <a:cs typeface="Verdana"/>
              </a:rPr>
              <a:t>t</a:t>
            </a:r>
            <a:r>
              <a:rPr dirty="0" sz="2800" spc="-35">
                <a:latin typeface="Verdana"/>
                <a:cs typeface="Verdana"/>
              </a:rPr>
              <a:t>a</a:t>
            </a:r>
            <a:r>
              <a:rPr dirty="0" sz="2800" spc="-95">
                <a:latin typeface="Verdana"/>
                <a:cs typeface="Verdana"/>
              </a:rPr>
              <a:t>s</a:t>
            </a:r>
            <a:r>
              <a:rPr dirty="0" sz="2800" spc="15">
                <a:latin typeface="Verdana"/>
                <a:cs typeface="Verdana"/>
              </a:rPr>
              <a:t>e</a:t>
            </a:r>
            <a:r>
              <a:rPr dirty="0" sz="2800" spc="30">
                <a:latin typeface="Verdana"/>
                <a:cs typeface="Verdana"/>
              </a:rPr>
              <a:t>t</a:t>
            </a:r>
            <a:endParaRPr sz="2800">
              <a:latin typeface="Verdana"/>
              <a:cs typeface="Verdana"/>
            </a:endParaRPr>
          </a:p>
          <a:p>
            <a:pPr marL="12700" marR="5080">
              <a:lnSpc>
                <a:spcPct val="116100"/>
              </a:lnSpc>
            </a:pPr>
            <a:r>
              <a:rPr dirty="0" sz="2800" spc="85">
                <a:latin typeface="Verdana"/>
                <a:cs typeface="Verdana"/>
              </a:rPr>
              <a:t>A</a:t>
            </a:r>
            <a:r>
              <a:rPr dirty="0" sz="2800" spc="114">
                <a:latin typeface="Verdana"/>
                <a:cs typeface="Verdana"/>
              </a:rPr>
              <a:t>n</a:t>
            </a:r>
            <a:r>
              <a:rPr dirty="0" sz="2800" spc="-35">
                <a:latin typeface="Verdana"/>
                <a:cs typeface="Verdana"/>
              </a:rPr>
              <a:t>a</a:t>
            </a:r>
            <a:r>
              <a:rPr dirty="0" sz="2800" spc="-20">
                <a:latin typeface="Verdana"/>
                <a:cs typeface="Verdana"/>
              </a:rPr>
              <a:t>l</a:t>
            </a:r>
            <a:r>
              <a:rPr dirty="0" sz="2800" spc="-145">
                <a:latin typeface="Verdana"/>
                <a:cs typeface="Verdana"/>
              </a:rPr>
              <a:t>y</a:t>
            </a:r>
            <a:r>
              <a:rPr dirty="0" sz="2800" spc="-95">
                <a:latin typeface="Verdana"/>
                <a:cs typeface="Verdana"/>
              </a:rPr>
              <a:t>s</a:t>
            </a:r>
            <a:r>
              <a:rPr dirty="0" sz="2800" spc="-20">
                <a:latin typeface="Verdana"/>
                <a:cs typeface="Verdana"/>
              </a:rPr>
              <a:t>i</a:t>
            </a:r>
            <a:r>
              <a:rPr dirty="0" sz="2800" spc="-90">
                <a:latin typeface="Verdana"/>
                <a:cs typeface="Verdana"/>
              </a:rPr>
              <a:t>s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50">
                <a:latin typeface="Verdana"/>
                <a:cs typeface="Verdana"/>
              </a:rPr>
              <a:t>o</a:t>
            </a:r>
            <a:r>
              <a:rPr dirty="0" sz="2800" spc="-40">
                <a:latin typeface="Verdana"/>
                <a:cs typeface="Verdana"/>
              </a:rPr>
              <a:t>f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25">
                <a:latin typeface="Verdana"/>
                <a:cs typeface="Verdana"/>
              </a:rPr>
              <a:t>t</a:t>
            </a:r>
            <a:r>
              <a:rPr dirty="0" sz="2800" spc="114">
                <a:latin typeface="Verdana"/>
                <a:cs typeface="Verdana"/>
              </a:rPr>
              <a:t>h</a:t>
            </a:r>
            <a:r>
              <a:rPr dirty="0" sz="2800" spc="20">
                <a:latin typeface="Verdana"/>
                <a:cs typeface="Verdana"/>
              </a:rPr>
              <a:t>e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150">
                <a:latin typeface="Verdana"/>
                <a:cs typeface="Verdana"/>
              </a:rPr>
              <a:t>D</a:t>
            </a:r>
            <a:r>
              <a:rPr dirty="0" sz="2800" spc="-35">
                <a:latin typeface="Verdana"/>
                <a:cs typeface="Verdana"/>
              </a:rPr>
              <a:t>a</a:t>
            </a:r>
            <a:r>
              <a:rPr dirty="0" sz="2800" spc="25">
                <a:latin typeface="Verdana"/>
                <a:cs typeface="Verdana"/>
              </a:rPr>
              <a:t>t</a:t>
            </a:r>
            <a:r>
              <a:rPr dirty="0" sz="2800" spc="-35">
                <a:latin typeface="Verdana"/>
                <a:cs typeface="Verdana"/>
              </a:rPr>
              <a:t>a</a:t>
            </a:r>
            <a:r>
              <a:rPr dirty="0" sz="2800" spc="-95">
                <a:latin typeface="Verdana"/>
                <a:cs typeface="Verdana"/>
              </a:rPr>
              <a:t>s</a:t>
            </a:r>
            <a:r>
              <a:rPr dirty="0" sz="2800" spc="15">
                <a:latin typeface="Verdana"/>
                <a:cs typeface="Verdana"/>
              </a:rPr>
              <a:t>e</a:t>
            </a:r>
            <a:r>
              <a:rPr dirty="0" sz="2800" spc="30">
                <a:latin typeface="Verdana"/>
                <a:cs typeface="Verdana"/>
              </a:rPr>
              <a:t>t  </a:t>
            </a:r>
            <a:r>
              <a:rPr dirty="0" sz="2800" spc="60">
                <a:latin typeface="Verdana"/>
                <a:cs typeface="Verdana"/>
              </a:rPr>
              <a:t>Conclution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3024" y="5534820"/>
            <a:ext cx="114299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3024" y="6030120"/>
            <a:ext cx="114299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3024" y="6525420"/>
            <a:ext cx="114299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39346" y="8733625"/>
            <a:ext cx="1523999" cy="15533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8288000" cy="3790950"/>
          </a:xfrm>
          <a:custGeom>
            <a:avLst/>
            <a:gdLst/>
            <a:ahLst/>
            <a:cxnLst/>
            <a:rect l="l" t="t" r="r" b="b"/>
            <a:pathLst>
              <a:path w="18288000" h="3790950">
                <a:moveTo>
                  <a:pt x="18287998" y="3790949"/>
                </a:moveTo>
                <a:lnTo>
                  <a:pt x="0" y="37909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3790949"/>
                </a:lnTo>
                <a:close/>
              </a:path>
            </a:pathLst>
          </a:custGeom>
          <a:solidFill>
            <a:srgbClr val="F9B8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22597" y="4446950"/>
            <a:ext cx="1611630" cy="1611630"/>
          </a:xfrm>
          <a:custGeom>
            <a:avLst/>
            <a:gdLst/>
            <a:ahLst/>
            <a:cxnLst/>
            <a:rect l="l" t="t" r="r" b="b"/>
            <a:pathLst>
              <a:path w="1611629" h="1611629">
                <a:moveTo>
                  <a:pt x="805722" y="1611423"/>
                </a:moveTo>
                <a:lnTo>
                  <a:pt x="758370" y="1610056"/>
                </a:lnTo>
                <a:lnTo>
                  <a:pt x="711748" y="1606003"/>
                </a:lnTo>
                <a:lnTo>
                  <a:pt x="665923" y="1599340"/>
                </a:lnTo>
                <a:lnTo>
                  <a:pt x="620969" y="1590144"/>
                </a:lnTo>
                <a:lnTo>
                  <a:pt x="576962" y="1578489"/>
                </a:lnTo>
                <a:lnTo>
                  <a:pt x="533978" y="1564451"/>
                </a:lnTo>
                <a:lnTo>
                  <a:pt x="492092" y="1548107"/>
                </a:lnTo>
                <a:lnTo>
                  <a:pt x="451380" y="1529530"/>
                </a:lnTo>
                <a:lnTo>
                  <a:pt x="411917" y="1508797"/>
                </a:lnTo>
                <a:lnTo>
                  <a:pt x="373779" y="1485984"/>
                </a:lnTo>
                <a:lnTo>
                  <a:pt x="337041" y="1461165"/>
                </a:lnTo>
                <a:lnTo>
                  <a:pt x="301780" y="1434417"/>
                </a:lnTo>
                <a:lnTo>
                  <a:pt x="268070" y="1405816"/>
                </a:lnTo>
                <a:lnTo>
                  <a:pt x="235987" y="1375436"/>
                </a:lnTo>
                <a:lnTo>
                  <a:pt x="205607" y="1343353"/>
                </a:lnTo>
                <a:lnTo>
                  <a:pt x="177005" y="1309643"/>
                </a:lnTo>
                <a:lnTo>
                  <a:pt x="150257" y="1274382"/>
                </a:lnTo>
                <a:lnTo>
                  <a:pt x="125439" y="1237644"/>
                </a:lnTo>
                <a:lnTo>
                  <a:pt x="102626" y="1199506"/>
                </a:lnTo>
                <a:lnTo>
                  <a:pt x="81893" y="1160043"/>
                </a:lnTo>
                <a:lnTo>
                  <a:pt x="63316" y="1119331"/>
                </a:lnTo>
                <a:lnTo>
                  <a:pt x="46971" y="1077445"/>
                </a:lnTo>
                <a:lnTo>
                  <a:pt x="32934" y="1034461"/>
                </a:lnTo>
                <a:lnTo>
                  <a:pt x="21279" y="990454"/>
                </a:lnTo>
                <a:lnTo>
                  <a:pt x="12082" y="945500"/>
                </a:lnTo>
                <a:lnTo>
                  <a:pt x="5420" y="899674"/>
                </a:lnTo>
                <a:lnTo>
                  <a:pt x="1367" y="853053"/>
                </a:lnTo>
                <a:lnTo>
                  <a:pt x="0" y="805706"/>
                </a:lnTo>
                <a:lnTo>
                  <a:pt x="1367" y="758370"/>
                </a:lnTo>
                <a:lnTo>
                  <a:pt x="5420" y="711748"/>
                </a:lnTo>
                <a:lnTo>
                  <a:pt x="12082" y="665923"/>
                </a:lnTo>
                <a:lnTo>
                  <a:pt x="21279" y="620969"/>
                </a:lnTo>
                <a:lnTo>
                  <a:pt x="32934" y="576962"/>
                </a:lnTo>
                <a:lnTo>
                  <a:pt x="46971" y="533978"/>
                </a:lnTo>
                <a:lnTo>
                  <a:pt x="63316" y="492092"/>
                </a:lnTo>
                <a:lnTo>
                  <a:pt x="81893" y="451380"/>
                </a:lnTo>
                <a:lnTo>
                  <a:pt x="102626" y="411917"/>
                </a:lnTo>
                <a:lnTo>
                  <a:pt x="125439" y="373779"/>
                </a:lnTo>
                <a:lnTo>
                  <a:pt x="150257" y="337041"/>
                </a:lnTo>
                <a:lnTo>
                  <a:pt x="177005" y="301780"/>
                </a:lnTo>
                <a:lnTo>
                  <a:pt x="205607" y="268070"/>
                </a:lnTo>
                <a:lnTo>
                  <a:pt x="235987" y="235987"/>
                </a:lnTo>
                <a:lnTo>
                  <a:pt x="268070" y="205607"/>
                </a:lnTo>
                <a:lnTo>
                  <a:pt x="301780" y="177005"/>
                </a:lnTo>
                <a:lnTo>
                  <a:pt x="337041" y="150258"/>
                </a:lnTo>
                <a:lnTo>
                  <a:pt x="373779" y="125439"/>
                </a:lnTo>
                <a:lnTo>
                  <a:pt x="411917" y="102626"/>
                </a:lnTo>
                <a:lnTo>
                  <a:pt x="451380" y="81893"/>
                </a:lnTo>
                <a:lnTo>
                  <a:pt x="492092" y="63316"/>
                </a:lnTo>
                <a:lnTo>
                  <a:pt x="533978" y="46971"/>
                </a:lnTo>
                <a:lnTo>
                  <a:pt x="576962" y="32934"/>
                </a:lnTo>
                <a:lnTo>
                  <a:pt x="620969" y="21279"/>
                </a:lnTo>
                <a:lnTo>
                  <a:pt x="665923" y="12083"/>
                </a:lnTo>
                <a:lnTo>
                  <a:pt x="711748" y="5420"/>
                </a:lnTo>
                <a:lnTo>
                  <a:pt x="758370" y="1367"/>
                </a:lnTo>
                <a:lnTo>
                  <a:pt x="805711" y="0"/>
                </a:lnTo>
                <a:lnTo>
                  <a:pt x="853053" y="1367"/>
                </a:lnTo>
                <a:lnTo>
                  <a:pt x="899674" y="5420"/>
                </a:lnTo>
                <a:lnTo>
                  <a:pt x="945500" y="12083"/>
                </a:lnTo>
                <a:lnTo>
                  <a:pt x="990454" y="21279"/>
                </a:lnTo>
                <a:lnTo>
                  <a:pt x="1034460" y="32934"/>
                </a:lnTo>
                <a:lnTo>
                  <a:pt x="1077445" y="46971"/>
                </a:lnTo>
                <a:lnTo>
                  <a:pt x="1119331" y="63316"/>
                </a:lnTo>
                <a:lnTo>
                  <a:pt x="1160043" y="81893"/>
                </a:lnTo>
                <a:lnTo>
                  <a:pt x="1199506" y="102626"/>
                </a:lnTo>
                <a:lnTo>
                  <a:pt x="1237644" y="125439"/>
                </a:lnTo>
                <a:lnTo>
                  <a:pt x="1274381" y="150258"/>
                </a:lnTo>
                <a:lnTo>
                  <a:pt x="1309643" y="177005"/>
                </a:lnTo>
                <a:lnTo>
                  <a:pt x="1343353" y="205607"/>
                </a:lnTo>
                <a:lnTo>
                  <a:pt x="1375436" y="235987"/>
                </a:lnTo>
                <a:lnTo>
                  <a:pt x="1405816" y="268070"/>
                </a:lnTo>
                <a:lnTo>
                  <a:pt x="1434417" y="301780"/>
                </a:lnTo>
                <a:lnTo>
                  <a:pt x="1461165" y="337041"/>
                </a:lnTo>
                <a:lnTo>
                  <a:pt x="1485984" y="373779"/>
                </a:lnTo>
                <a:lnTo>
                  <a:pt x="1508797" y="411917"/>
                </a:lnTo>
                <a:lnTo>
                  <a:pt x="1529530" y="451380"/>
                </a:lnTo>
                <a:lnTo>
                  <a:pt x="1548106" y="492092"/>
                </a:lnTo>
                <a:lnTo>
                  <a:pt x="1564451" y="533978"/>
                </a:lnTo>
                <a:lnTo>
                  <a:pt x="1578489" y="576962"/>
                </a:lnTo>
                <a:lnTo>
                  <a:pt x="1590144" y="620969"/>
                </a:lnTo>
                <a:lnTo>
                  <a:pt x="1599340" y="665923"/>
                </a:lnTo>
                <a:lnTo>
                  <a:pt x="1606003" y="711748"/>
                </a:lnTo>
                <a:lnTo>
                  <a:pt x="1610055" y="758370"/>
                </a:lnTo>
                <a:lnTo>
                  <a:pt x="1611423" y="805711"/>
                </a:lnTo>
                <a:lnTo>
                  <a:pt x="1610055" y="853053"/>
                </a:lnTo>
                <a:lnTo>
                  <a:pt x="1606003" y="899674"/>
                </a:lnTo>
                <a:lnTo>
                  <a:pt x="1599340" y="945500"/>
                </a:lnTo>
                <a:lnTo>
                  <a:pt x="1590144" y="990454"/>
                </a:lnTo>
                <a:lnTo>
                  <a:pt x="1578489" y="1034461"/>
                </a:lnTo>
                <a:lnTo>
                  <a:pt x="1564451" y="1077445"/>
                </a:lnTo>
                <a:lnTo>
                  <a:pt x="1548106" y="1119331"/>
                </a:lnTo>
                <a:lnTo>
                  <a:pt x="1529530" y="1160043"/>
                </a:lnTo>
                <a:lnTo>
                  <a:pt x="1508797" y="1199506"/>
                </a:lnTo>
                <a:lnTo>
                  <a:pt x="1485984" y="1237644"/>
                </a:lnTo>
                <a:lnTo>
                  <a:pt x="1461165" y="1274382"/>
                </a:lnTo>
                <a:lnTo>
                  <a:pt x="1434417" y="1309643"/>
                </a:lnTo>
                <a:lnTo>
                  <a:pt x="1405816" y="1343353"/>
                </a:lnTo>
                <a:lnTo>
                  <a:pt x="1375436" y="1375436"/>
                </a:lnTo>
                <a:lnTo>
                  <a:pt x="1343353" y="1405816"/>
                </a:lnTo>
                <a:lnTo>
                  <a:pt x="1309643" y="1434417"/>
                </a:lnTo>
                <a:lnTo>
                  <a:pt x="1274381" y="1461165"/>
                </a:lnTo>
                <a:lnTo>
                  <a:pt x="1237644" y="1485984"/>
                </a:lnTo>
                <a:lnTo>
                  <a:pt x="1199506" y="1508797"/>
                </a:lnTo>
                <a:lnTo>
                  <a:pt x="1160043" y="1529530"/>
                </a:lnTo>
                <a:lnTo>
                  <a:pt x="1119331" y="1548107"/>
                </a:lnTo>
                <a:lnTo>
                  <a:pt x="1077445" y="1564451"/>
                </a:lnTo>
                <a:lnTo>
                  <a:pt x="1034460" y="1578489"/>
                </a:lnTo>
                <a:lnTo>
                  <a:pt x="990454" y="1590144"/>
                </a:lnTo>
                <a:lnTo>
                  <a:pt x="945500" y="1599340"/>
                </a:lnTo>
                <a:lnTo>
                  <a:pt x="899674" y="1606003"/>
                </a:lnTo>
                <a:lnTo>
                  <a:pt x="853053" y="1610056"/>
                </a:lnTo>
                <a:lnTo>
                  <a:pt x="805722" y="161142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09720" y="4446950"/>
            <a:ext cx="1611630" cy="1611630"/>
          </a:xfrm>
          <a:custGeom>
            <a:avLst/>
            <a:gdLst/>
            <a:ahLst/>
            <a:cxnLst/>
            <a:rect l="l" t="t" r="r" b="b"/>
            <a:pathLst>
              <a:path w="1611629" h="1611629">
                <a:moveTo>
                  <a:pt x="805722" y="1611423"/>
                </a:moveTo>
                <a:lnTo>
                  <a:pt x="758370" y="1610056"/>
                </a:lnTo>
                <a:lnTo>
                  <a:pt x="711748" y="1606003"/>
                </a:lnTo>
                <a:lnTo>
                  <a:pt x="665923" y="1599340"/>
                </a:lnTo>
                <a:lnTo>
                  <a:pt x="620969" y="1590144"/>
                </a:lnTo>
                <a:lnTo>
                  <a:pt x="576962" y="1578489"/>
                </a:lnTo>
                <a:lnTo>
                  <a:pt x="533978" y="1564451"/>
                </a:lnTo>
                <a:lnTo>
                  <a:pt x="492092" y="1548107"/>
                </a:lnTo>
                <a:lnTo>
                  <a:pt x="451380" y="1529530"/>
                </a:lnTo>
                <a:lnTo>
                  <a:pt x="411917" y="1508797"/>
                </a:lnTo>
                <a:lnTo>
                  <a:pt x="373779" y="1485984"/>
                </a:lnTo>
                <a:lnTo>
                  <a:pt x="337041" y="1461165"/>
                </a:lnTo>
                <a:lnTo>
                  <a:pt x="301780" y="1434417"/>
                </a:lnTo>
                <a:lnTo>
                  <a:pt x="268070" y="1405816"/>
                </a:lnTo>
                <a:lnTo>
                  <a:pt x="235987" y="1375436"/>
                </a:lnTo>
                <a:lnTo>
                  <a:pt x="205607" y="1343353"/>
                </a:lnTo>
                <a:lnTo>
                  <a:pt x="177005" y="1309643"/>
                </a:lnTo>
                <a:lnTo>
                  <a:pt x="150257" y="1274382"/>
                </a:lnTo>
                <a:lnTo>
                  <a:pt x="125439" y="1237644"/>
                </a:lnTo>
                <a:lnTo>
                  <a:pt x="102626" y="1199506"/>
                </a:lnTo>
                <a:lnTo>
                  <a:pt x="81893" y="1160043"/>
                </a:lnTo>
                <a:lnTo>
                  <a:pt x="63316" y="1119331"/>
                </a:lnTo>
                <a:lnTo>
                  <a:pt x="46971" y="1077445"/>
                </a:lnTo>
                <a:lnTo>
                  <a:pt x="32934" y="1034461"/>
                </a:lnTo>
                <a:lnTo>
                  <a:pt x="21279" y="990454"/>
                </a:lnTo>
                <a:lnTo>
                  <a:pt x="12082" y="945500"/>
                </a:lnTo>
                <a:lnTo>
                  <a:pt x="5420" y="899674"/>
                </a:lnTo>
                <a:lnTo>
                  <a:pt x="1367" y="853053"/>
                </a:lnTo>
                <a:lnTo>
                  <a:pt x="0" y="805706"/>
                </a:lnTo>
                <a:lnTo>
                  <a:pt x="1367" y="758370"/>
                </a:lnTo>
                <a:lnTo>
                  <a:pt x="5420" y="711748"/>
                </a:lnTo>
                <a:lnTo>
                  <a:pt x="12082" y="665923"/>
                </a:lnTo>
                <a:lnTo>
                  <a:pt x="21279" y="620969"/>
                </a:lnTo>
                <a:lnTo>
                  <a:pt x="32934" y="576962"/>
                </a:lnTo>
                <a:lnTo>
                  <a:pt x="46971" y="533978"/>
                </a:lnTo>
                <a:lnTo>
                  <a:pt x="63316" y="492092"/>
                </a:lnTo>
                <a:lnTo>
                  <a:pt x="81893" y="451380"/>
                </a:lnTo>
                <a:lnTo>
                  <a:pt x="102626" y="411917"/>
                </a:lnTo>
                <a:lnTo>
                  <a:pt x="125439" y="373779"/>
                </a:lnTo>
                <a:lnTo>
                  <a:pt x="150257" y="337041"/>
                </a:lnTo>
                <a:lnTo>
                  <a:pt x="177005" y="301780"/>
                </a:lnTo>
                <a:lnTo>
                  <a:pt x="205607" y="268070"/>
                </a:lnTo>
                <a:lnTo>
                  <a:pt x="235987" y="235987"/>
                </a:lnTo>
                <a:lnTo>
                  <a:pt x="268070" y="205607"/>
                </a:lnTo>
                <a:lnTo>
                  <a:pt x="301780" y="177005"/>
                </a:lnTo>
                <a:lnTo>
                  <a:pt x="337041" y="150258"/>
                </a:lnTo>
                <a:lnTo>
                  <a:pt x="373779" y="125439"/>
                </a:lnTo>
                <a:lnTo>
                  <a:pt x="411917" y="102626"/>
                </a:lnTo>
                <a:lnTo>
                  <a:pt x="451380" y="81893"/>
                </a:lnTo>
                <a:lnTo>
                  <a:pt x="492092" y="63316"/>
                </a:lnTo>
                <a:lnTo>
                  <a:pt x="533978" y="46971"/>
                </a:lnTo>
                <a:lnTo>
                  <a:pt x="576962" y="32934"/>
                </a:lnTo>
                <a:lnTo>
                  <a:pt x="620969" y="21279"/>
                </a:lnTo>
                <a:lnTo>
                  <a:pt x="665923" y="12083"/>
                </a:lnTo>
                <a:lnTo>
                  <a:pt x="711748" y="5420"/>
                </a:lnTo>
                <a:lnTo>
                  <a:pt x="758370" y="1367"/>
                </a:lnTo>
                <a:lnTo>
                  <a:pt x="805711" y="0"/>
                </a:lnTo>
                <a:lnTo>
                  <a:pt x="853053" y="1367"/>
                </a:lnTo>
                <a:lnTo>
                  <a:pt x="899674" y="5420"/>
                </a:lnTo>
                <a:lnTo>
                  <a:pt x="945500" y="12083"/>
                </a:lnTo>
                <a:lnTo>
                  <a:pt x="990454" y="21279"/>
                </a:lnTo>
                <a:lnTo>
                  <a:pt x="1034460" y="32934"/>
                </a:lnTo>
                <a:lnTo>
                  <a:pt x="1077445" y="46971"/>
                </a:lnTo>
                <a:lnTo>
                  <a:pt x="1119331" y="63316"/>
                </a:lnTo>
                <a:lnTo>
                  <a:pt x="1160043" y="81893"/>
                </a:lnTo>
                <a:lnTo>
                  <a:pt x="1199506" y="102626"/>
                </a:lnTo>
                <a:lnTo>
                  <a:pt x="1237644" y="125439"/>
                </a:lnTo>
                <a:lnTo>
                  <a:pt x="1274381" y="150258"/>
                </a:lnTo>
                <a:lnTo>
                  <a:pt x="1309643" y="177005"/>
                </a:lnTo>
                <a:lnTo>
                  <a:pt x="1343353" y="205607"/>
                </a:lnTo>
                <a:lnTo>
                  <a:pt x="1375435" y="235987"/>
                </a:lnTo>
                <a:lnTo>
                  <a:pt x="1405815" y="268070"/>
                </a:lnTo>
                <a:lnTo>
                  <a:pt x="1434417" y="301780"/>
                </a:lnTo>
                <a:lnTo>
                  <a:pt x="1461165" y="337041"/>
                </a:lnTo>
                <a:lnTo>
                  <a:pt x="1485983" y="373779"/>
                </a:lnTo>
                <a:lnTo>
                  <a:pt x="1508797" y="411917"/>
                </a:lnTo>
                <a:lnTo>
                  <a:pt x="1529530" y="451380"/>
                </a:lnTo>
                <a:lnTo>
                  <a:pt x="1548106" y="492092"/>
                </a:lnTo>
                <a:lnTo>
                  <a:pt x="1564451" y="533978"/>
                </a:lnTo>
                <a:lnTo>
                  <a:pt x="1578489" y="576962"/>
                </a:lnTo>
                <a:lnTo>
                  <a:pt x="1590144" y="620969"/>
                </a:lnTo>
                <a:lnTo>
                  <a:pt x="1599340" y="665923"/>
                </a:lnTo>
                <a:lnTo>
                  <a:pt x="1606002" y="711748"/>
                </a:lnTo>
                <a:lnTo>
                  <a:pt x="1610055" y="758370"/>
                </a:lnTo>
                <a:lnTo>
                  <a:pt x="1611423" y="805711"/>
                </a:lnTo>
                <a:lnTo>
                  <a:pt x="1610055" y="853053"/>
                </a:lnTo>
                <a:lnTo>
                  <a:pt x="1606002" y="899674"/>
                </a:lnTo>
                <a:lnTo>
                  <a:pt x="1599340" y="945500"/>
                </a:lnTo>
                <a:lnTo>
                  <a:pt x="1590144" y="990454"/>
                </a:lnTo>
                <a:lnTo>
                  <a:pt x="1578489" y="1034461"/>
                </a:lnTo>
                <a:lnTo>
                  <a:pt x="1564451" y="1077445"/>
                </a:lnTo>
                <a:lnTo>
                  <a:pt x="1548106" y="1119331"/>
                </a:lnTo>
                <a:lnTo>
                  <a:pt x="1529530" y="1160043"/>
                </a:lnTo>
                <a:lnTo>
                  <a:pt x="1508797" y="1199506"/>
                </a:lnTo>
                <a:lnTo>
                  <a:pt x="1485983" y="1237644"/>
                </a:lnTo>
                <a:lnTo>
                  <a:pt x="1461165" y="1274382"/>
                </a:lnTo>
                <a:lnTo>
                  <a:pt x="1434417" y="1309643"/>
                </a:lnTo>
                <a:lnTo>
                  <a:pt x="1405815" y="1343353"/>
                </a:lnTo>
                <a:lnTo>
                  <a:pt x="1375435" y="1375436"/>
                </a:lnTo>
                <a:lnTo>
                  <a:pt x="1343353" y="1405816"/>
                </a:lnTo>
                <a:lnTo>
                  <a:pt x="1309643" y="1434417"/>
                </a:lnTo>
                <a:lnTo>
                  <a:pt x="1274381" y="1461165"/>
                </a:lnTo>
                <a:lnTo>
                  <a:pt x="1237644" y="1485984"/>
                </a:lnTo>
                <a:lnTo>
                  <a:pt x="1199506" y="1508797"/>
                </a:lnTo>
                <a:lnTo>
                  <a:pt x="1160043" y="1529530"/>
                </a:lnTo>
                <a:lnTo>
                  <a:pt x="1119331" y="1548107"/>
                </a:lnTo>
                <a:lnTo>
                  <a:pt x="1077445" y="1564451"/>
                </a:lnTo>
                <a:lnTo>
                  <a:pt x="1034460" y="1578489"/>
                </a:lnTo>
                <a:lnTo>
                  <a:pt x="990454" y="1590144"/>
                </a:lnTo>
                <a:lnTo>
                  <a:pt x="945500" y="1599340"/>
                </a:lnTo>
                <a:lnTo>
                  <a:pt x="899674" y="1606003"/>
                </a:lnTo>
                <a:lnTo>
                  <a:pt x="853053" y="1610056"/>
                </a:lnTo>
                <a:lnTo>
                  <a:pt x="805722" y="161142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96844" y="4446950"/>
            <a:ext cx="1611630" cy="1611630"/>
          </a:xfrm>
          <a:custGeom>
            <a:avLst/>
            <a:gdLst/>
            <a:ahLst/>
            <a:cxnLst/>
            <a:rect l="l" t="t" r="r" b="b"/>
            <a:pathLst>
              <a:path w="1611629" h="1611629">
                <a:moveTo>
                  <a:pt x="805723" y="1611423"/>
                </a:moveTo>
                <a:lnTo>
                  <a:pt x="758370" y="1610056"/>
                </a:lnTo>
                <a:lnTo>
                  <a:pt x="711749" y="1606003"/>
                </a:lnTo>
                <a:lnTo>
                  <a:pt x="665923" y="1599340"/>
                </a:lnTo>
                <a:lnTo>
                  <a:pt x="620969" y="1590144"/>
                </a:lnTo>
                <a:lnTo>
                  <a:pt x="576962" y="1578489"/>
                </a:lnTo>
                <a:lnTo>
                  <a:pt x="533978" y="1564451"/>
                </a:lnTo>
                <a:lnTo>
                  <a:pt x="492092" y="1548107"/>
                </a:lnTo>
                <a:lnTo>
                  <a:pt x="451380" y="1529530"/>
                </a:lnTo>
                <a:lnTo>
                  <a:pt x="411917" y="1508797"/>
                </a:lnTo>
                <a:lnTo>
                  <a:pt x="373779" y="1485984"/>
                </a:lnTo>
                <a:lnTo>
                  <a:pt x="337041" y="1461165"/>
                </a:lnTo>
                <a:lnTo>
                  <a:pt x="301780" y="1434417"/>
                </a:lnTo>
                <a:lnTo>
                  <a:pt x="268070" y="1405816"/>
                </a:lnTo>
                <a:lnTo>
                  <a:pt x="235987" y="1375436"/>
                </a:lnTo>
                <a:lnTo>
                  <a:pt x="205607" y="1343353"/>
                </a:lnTo>
                <a:lnTo>
                  <a:pt x="177005" y="1309643"/>
                </a:lnTo>
                <a:lnTo>
                  <a:pt x="150257" y="1274382"/>
                </a:lnTo>
                <a:lnTo>
                  <a:pt x="125439" y="1237644"/>
                </a:lnTo>
                <a:lnTo>
                  <a:pt x="102626" y="1199506"/>
                </a:lnTo>
                <a:lnTo>
                  <a:pt x="81893" y="1160043"/>
                </a:lnTo>
                <a:lnTo>
                  <a:pt x="63316" y="1119331"/>
                </a:lnTo>
                <a:lnTo>
                  <a:pt x="46971" y="1077445"/>
                </a:lnTo>
                <a:lnTo>
                  <a:pt x="32934" y="1034461"/>
                </a:lnTo>
                <a:lnTo>
                  <a:pt x="21279" y="990454"/>
                </a:lnTo>
                <a:lnTo>
                  <a:pt x="12082" y="945500"/>
                </a:lnTo>
                <a:lnTo>
                  <a:pt x="5420" y="899674"/>
                </a:lnTo>
                <a:lnTo>
                  <a:pt x="1367" y="853053"/>
                </a:lnTo>
                <a:lnTo>
                  <a:pt x="0" y="805715"/>
                </a:lnTo>
                <a:lnTo>
                  <a:pt x="1367" y="758370"/>
                </a:lnTo>
                <a:lnTo>
                  <a:pt x="5420" y="711748"/>
                </a:lnTo>
                <a:lnTo>
                  <a:pt x="12082" y="665923"/>
                </a:lnTo>
                <a:lnTo>
                  <a:pt x="21279" y="620969"/>
                </a:lnTo>
                <a:lnTo>
                  <a:pt x="32934" y="576962"/>
                </a:lnTo>
                <a:lnTo>
                  <a:pt x="46971" y="533978"/>
                </a:lnTo>
                <a:lnTo>
                  <a:pt x="63316" y="492092"/>
                </a:lnTo>
                <a:lnTo>
                  <a:pt x="81893" y="451380"/>
                </a:lnTo>
                <a:lnTo>
                  <a:pt x="102626" y="411917"/>
                </a:lnTo>
                <a:lnTo>
                  <a:pt x="125439" y="373779"/>
                </a:lnTo>
                <a:lnTo>
                  <a:pt x="150257" y="337041"/>
                </a:lnTo>
                <a:lnTo>
                  <a:pt x="177005" y="301780"/>
                </a:lnTo>
                <a:lnTo>
                  <a:pt x="205607" y="268070"/>
                </a:lnTo>
                <a:lnTo>
                  <a:pt x="235987" y="235987"/>
                </a:lnTo>
                <a:lnTo>
                  <a:pt x="268070" y="205607"/>
                </a:lnTo>
                <a:lnTo>
                  <a:pt x="301780" y="177005"/>
                </a:lnTo>
                <a:lnTo>
                  <a:pt x="337041" y="150258"/>
                </a:lnTo>
                <a:lnTo>
                  <a:pt x="373779" y="125439"/>
                </a:lnTo>
                <a:lnTo>
                  <a:pt x="411917" y="102626"/>
                </a:lnTo>
                <a:lnTo>
                  <a:pt x="451380" y="81893"/>
                </a:lnTo>
                <a:lnTo>
                  <a:pt x="492092" y="63316"/>
                </a:lnTo>
                <a:lnTo>
                  <a:pt x="533978" y="46971"/>
                </a:lnTo>
                <a:lnTo>
                  <a:pt x="576962" y="32934"/>
                </a:lnTo>
                <a:lnTo>
                  <a:pt x="620969" y="21279"/>
                </a:lnTo>
                <a:lnTo>
                  <a:pt x="665923" y="12083"/>
                </a:lnTo>
                <a:lnTo>
                  <a:pt x="711749" y="5420"/>
                </a:lnTo>
                <a:lnTo>
                  <a:pt x="758370" y="1367"/>
                </a:lnTo>
                <a:lnTo>
                  <a:pt x="805712" y="0"/>
                </a:lnTo>
                <a:lnTo>
                  <a:pt x="853053" y="1367"/>
                </a:lnTo>
                <a:lnTo>
                  <a:pt x="899675" y="5420"/>
                </a:lnTo>
                <a:lnTo>
                  <a:pt x="945500" y="12083"/>
                </a:lnTo>
                <a:lnTo>
                  <a:pt x="990454" y="21279"/>
                </a:lnTo>
                <a:lnTo>
                  <a:pt x="1034461" y="32934"/>
                </a:lnTo>
                <a:lnTo>
                  <a:pt x="1077445" y="46971"/>
                </a:lnTo>
                <a:lnTo>
                  <a:pt x="1119331" y="63316"/>
                </a:lnTo>
                <a:lnTo>
                  <a:pt x="1160043" y="81893"/>
                </a:lnTo>
                <a:lnTo>
                  <a:pt x="1199506" y="102626"/>
                </a:lnTo>
                <a:lnTo>
                  <a:pt x="1237644" y="125439"/>
                </a:lnTo>
                <a:lnTo>
                  <a:pt x="1274382" y="150258"/>
                </a:lnTo>
                <a:lnTo>
                  <a:pt x="1309643" y="177005"/>
                </a:lnTo>
                <a:lnTo>
                  <a:pt x="1343353" y="205607"/>
                </a:lnTo>
                <a:lnTo>
                  <a:pt x="1375436" y="235987"/>
                </a:lnTo>
                <a:lnTo>
                  <a:pt x="1405816" y="268070"/>
                </a:lnTo>
                <a:lnTo>
                  <a:pt x="1434418" y="301780"/>
                </a:lnTo>
                <a:lnTo>
                  <a:pt x="1461165" y="337041"/>
                </a:lnTo>
                <a:lnTo>
                  <a:pt x="1485984" y="373779"/>
                </a:lnTo>
                <a:lnTo>
                  <a:pt x="1508797" y="411917"/>
                </a:lnTo>
                <a:lnTo>
                  <a:pt x="1529530" y="451380"/>
                </a:lnTo>
                <a:lnTo>
                  <a:pt x="1548107" y="492092"/>
                </a:lnTo>
                <a:lnTo>
                  <a:pt x="1564451" y="533978"/>
                </a:lnTo>
                <a:lnTo>
                  <a:pt x="1578489" y="576962"/>
                </a:lnTo>
                <a:lnTo>
                  <a:pt x="1590144" y="620969"/>
                </a:lnTo>
                <a:lnTo>
                  <a:pt x="1599340" y="665923"/>
                </a:lnTo>
                <a:lnTo>
                  <a:pt x="1606003" y="711748"/>
                </a:lnTo>
                <a:lnTo>
                  <a:pt x="1610056" y="758370"/>
                </a:lnTo>
                <a:lnTo>
                  <a:pt x="1611423" y="805715"/>
                </a:lnTo>
                <a:lnTo>
                  <a:pt x="1610056" y="853053"/>
                </a:lnTo>
                <a:lnTo>
                  <a:pt x="1606003" y="899674"/>
                </a:lnTo>
                <a:lnTo>
                  <a:pt x="1599340" y="945500"/>
                </a:lnTo>
                <a:lnTo>
                  <a:pt x="1590144" y="990454"/>
                </a:lnTo>
                <a:lnTo>
                  <a:pt x="1578489" y="1034461"/>
                </a:lnTo>
                <a:lnTo>
                  <a:pt x="1564451" y="1077445"/>
                </a:lnTo>
                <a:lnTo>
                  <a:pt x="1548107" y="1119331"/>
                </a:lnTo>
                <a:lnTo>
                  <a:pt x="1529530" y="1160043"/>
                </a:lnTo>
                <a:lnTo>
                  <a:pt x="1508797" y="1199506"/>
                </a:lnTo>
                <a:lnTo>
                  <a:pt x="1485984" y="1237644"/>
                </a:lnTo>
                <a:lnTo>
                  <a:pt x="1461165" y="1274382"/>
                </a:lnTo>
                <a:lnTo>
                  <a:pt x="1434418" y="1309643"/>
                </a:lnTo>
                <a:lnTo>
                  <a:pt x="1405816" y="1343353"/>
                </a:lnTo>
                <a:lnTo>
                  <a:pt x="1375436" y="1375436"/>
                </a:lnTo>
                <a:lnTo>
                  <a:pt x="1343353" y="1405816"/>
                </a:lnTo>
                <a:lnTo>
                  <a:pt x="1309643" y="1434417"/>
                </a:lnTo>
                <a:lnTo>
                  <a:pt x="1274382" y="1461165"/>
                </a:lnTo>
                <a:lnTo>
                  <a:pt x="1237644" y="1485984"/>
                </a:lnTo>
                <a:lnTo>
                  <a:pt x="1199506" y="1508797"/>
                </a:lnTo>
                <a:lnTo>
                  <a:pt x="1160043" y="1529530"/>
                </a:lnTo>
                <a:lnTo>
                  <a:pt x="1119331" y="1548107"/>
                </a:lnTo>
                <a:lnTo>
                  <a:pt x="1077445" y="1564451"/>
                </a:lnTo>
                <a:lnTo>
                  <a:pt x="1034461" y="1578489"/>
                </a:lnTo>
                <a:lnTo>
                  <a:pt x="990454" y="1590144"/>
                </a:lnTo>
                <a:lnTo>
                  <a:pt x="945500" y="1599340"/>
                </a:lnTo>
                <a:lnTo>
                  <a:pt x="899675" y="1606003"/>
                </a:lnTo>
                <a:lnTo>
                  <a:pt x="853053" y="1610056"/>
                </a:lnTo>
                <a:lnTo>
                  <a:pt x="805723" y="161142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3434021" y="5228388"/>
            <a:ext cx="1972310" cy="76200"/>
            <a:chOff x="3434021" y="5228388"/>
            <a:chExt cx="1972310" cy="76200"/>
          </a:xfrm>
        </p:grpSpPr>
        <p:sp>
          <p:nvSpPr>
            <p:cNvPr id="7" name="object 7"/>
            <p:cNvSpPr/>
            <p:nvPr/>
          </p:nvSpPr>
          <p:spPr>
            <a:xfrm>
              <a:off x="3434016" y="5237911"/>
              <a:ext cx="1962785" cy="57150"/>
            </a:xfrm>
            <a:custGeom>
              <a:avLst/>
              <a:gdLst/>
              <a:ahLst/>
              <a:cxnLst/>
              <a:rect l="l" t="t" r="r" b="b"/>
              <a:pathLst>
                <a:path w="1962785" h="57150">
                  <a:moveTo>
                    <a:pt x="76047" y="25933"/>
                  </a:moveTo>
                  <a:lnTo>
                    <a:pt x="75120" y="23698"/>
                  </a:lnTo>
                  <a:lnTo>
                    <a:pt x="71399" y="19977"/>
                  </a:lnTo>
                  <a:lnTo>
                    <a:pt x="69164" y="19050"/>
                  </a:lnTo>
                  <a:lnTo>
                    <a:pt x="6883" y="19050"/>
                  </a:lnTo>
                  <a:lnTo>
                    <a:pt x="4635" y="19977"/>
                  </a:lnTo>
                  <a:lnTo>
                    <a:pt x="927" y="23698"/>
                  </a:lnTo>
                  <a:lnTo>
                    <a:pt x="0" y="25933"/>
                  </a:lnTo>
                  <a:lnTo>
                    <a:pt x="0" y="31203"/>
                  </a:lnTo>
                  <a:lnTo>
                    <a:pt x="927" y="33439"/>
                  </a:lnTo>
                  <a:lnTo>
                    <a:pt x="4635" y="37160"/>
                  </a:lnTo>
                  <a:lnTo>
                    <a:pt x="6883" y="38100"/>
                  </a:lnTo>
                  <a:lnTo>
                    <a:pt x="69164" y="38100"/>
                  </a:lnTo>
                  <a:lnTo>
                    <a:pt x="71399" y="37160"/>
                  </a:lnTo>
                  <a:lnTo>
                    <a:pt x="75120" y="33439"/>
                  </a:lnTo>
                  <a:lnTo>
                    <a:pt x="76047" y="31203"/>
                  </a:lnTo>
                  <a:lnTo>
                    <a:pt x="76047" y="25933"/>
                  </a:lnTo>
                  <a:close/>
                </a:path>
                <a:path w="1962785" h="57150">
                  <a:moveTo>
                    <a:pt x="171094" y="25933"/>
                  </a:moveTo>
                  <a:lnTo>
                    <a:pt x="170167" y="23698"/>
                  </a:lnTo>
                  <a:lnTo>
                    <a:pt x="166458" y="19977"/>
                  </a:lnTo>
                  <a:lnTo>
                    <a:pt x="164223" y="19050"/>
                  </a:lnTo>
                  <a:lnTo>
                    <a:pt x="101930" y="19050"/>
                  </a:lnTo>
                  <a:lnTo>
                    <a:pt x="99695" y="19977"/>
                  </a:lnTo>
                  <a:lnTo>
                    <a:pt x="95986" y="23698"/>
                  </a:lnTo>
                  <a:lnTo>
                    <a:pt x="95059" y="25933"/>
                  </a:lnTo>
                  <a:lnTo>
                    <a:pt x="95059" y="31203"/>
                  </a:lnTo>
                  <a:lnTo>
                    <a:pt x="95986" y="33439"/>
                  </a:lnTo>
                  <a:lnTo>
                    <a:pt x="99695" y="37160"/>
                  </a:lnTo>
                  <a:lnTo>
                    <a:pt x="101930" y="38100"/>
                  </a:lnTo>
                  <a:lnTo>
                    <a:pt x="164223" y="38100"/>
                  </a:lnTo>
                  <a:lnTo>
                    <a:pt x="166458" y="37160"/>
                  </a:lnTo>
                  <a:lnTo>
                    <a:pt x="170167" y="33439"/>
                  </a:lnTo>
                  <a:lnTo>
                    <a:pt x="171094" y="31203"/>
                  </a:lnTo>
                  <a:lnTo>
                    <a:pt x="171094" y="25933"/>
                  </a:lnTo>
                  <a:close/>
                </a:path>
                <a:path w="1962785" h="57150">
                  <a:moveTo>
                    <a:pt x="266153" y="25933"/>
                  </a:moveTo>
                  <a:lnTo>
                    <a:pt x="265226" y="23698"/>
                  </a:lnTo>
                  <a:lnTo>
                    <a:pt x="261518" y="19977"/>
                  </a:lnTo>
                  <a:lnTo>
                    <a:pt x="259270" y="19050"/>
                  </a:lnTo>
                  <a:lnTo>
                    <a:pt x="196989" y="19050"/>
                  </a:lnTo>
                  <a:lnTo>
                    <a:pt x="194754" y="19977"/>
                  </a:lnTo>
                  <a:lnTo>
                    <a:pt x="191033" y="23698"/>
                  </a:lnTo>
                  <a:lnTo>
                    <a:pt x="190106" y="25933"/>
                  </a:lnTo>
                  <a:lnTo>
                    <a:pt x="190106" y="31203"/>
                  </a:lnTo>
                  <a:lnTo>
                    <a:pt x="191033" y="33439"/>
                  </a:lnTo>
                  <a:lnTo>
                    <a:pt x="194754" y="37160"/>
                  </a:lnTo>
                  <a:lnTo>
                    <a:pt x="196989" y="38100"/>
                  </a:lnTo>
                  <a:lnTo>
                    <a:pt x="259270" y="38100"/>
                  </a:lnTo>
                  <a:lnTo>
                    <a:pt x="261518" y="37160"/>
                  </a:lnTo>
                  <a:lnTo>
                    <a:pt x="265226" y="33439"/>
                  </a:lnTo>
                  <a:lnTo>
                    <a:pt x="266153" y="31203"/>
                  </a:lnTo>
                  <a:lnTo>
                    <a:pt x="266153" y="25933"/>
                  </a:lnTo>
                  <a:close/>
                </a:path>
                <a:path w="1962785" h="57150">
                  <a:moveTo>
                    <a:pt x="361213" y="25933"/>
                  </a:moveTo>
                  <a:lnTo>
                    <a:pt x="360286" y="23698"/>
                  </a:lnTo>
                  <a:lnTo>
                    <a:pt x="356577" y="19977"/>
                  </a:lnTo>
                  <a:lnTo>
                    <a:pt x="354330" y="19050"/>
                  </a:lnTo>
                  <a:lnTo>
                    <a:pt x="292049" y="19050"/>
                  </a:lnTo>
                  <a:lnTo>
                    <a:pt x="289801" y="19977"/>
                  </a:lnTo>
                  <a:lnTo>
                    <a:pt x="286092" y="23698"/>
                  </a:lnTo>
                  <a:lnTo>
                    <a:pt x="285165" y="25933"/>
                  </a:lnTo>
                  <a:lnTo>
                    <a:pt x="285165" y="31203"/>
                  </a:lnTo>
                  <a:lnTo>
                    <a:pt x="286092" y="33439"/>
                  </a:lnTo>
                  <a:lnTo>
                    <a:pt x="289801" y="37160"/>
                  </a:lnTo>
                  <a:lnTo>
                    <a:pt x="292049" y="38100"/>
                  </a:lnTo>
                  <a:lnTo>
                    <a:pt x="354330" y="38100"/>
                  </a:lnTo>
                  <a:lnTo>
                    <a:pt x="356577" y="37160"/>
                  </a:lnTo>
                  <a:lnTo>
                    <a:pt x="360286" y="33439"/>
                  </a:lnTo>
                  <a:lnTo>
                    <a:pt x="361213" y="31203"/>
                  </a:lnTo>
                  <a:lnTo>
                    <a:pt x="361213" y="25933"/>
                  </a:lnTo>
                  <a:close/>
                </a:path>
                <a:path w="1962785" h="57150">
                  <a:moveTo>
                    <a:pt x="456272" y="25933"/>
                  </a:moveTo>
                  <a:lnTo>
                    <a:pt x="455345" y="23698"/>
                  </a:lnTo>
                  <a:lnTo>
                    <a:pt x="451624" y="19977"/>
                  </a:lnTo>
                  <a:lnTo>
                    <a:pt x="449389" y="19050"/>
                  </a:lnTo>
                  <a:lnTo>
                    <a:pt x="387108" y="19050"/>
                  </a:lnTo>
                  <a:lnTo>
                    <a:pt x="384860" y="19977"/>
                  </a:lnTo>
                  <a:lnTo>
                    <a:pt x="381152" y="23698"/>
                  </a:lnTo>
                  <a:lnTo>
                    <a:pt x="380225" y="25933"/>
                  </a:lnTo>
                  <a:lnTo>
                    <a:pt x="380225" y="31203"/>
                  </a:lnTo>
                  <a:lnTo>
                    <a:pt x="381152" y="33439"/>
                  </a:lnTo>
                  <a:lnTo>
                    <a:pt x="384860" y="37160"/>
                  </a:lnTo>
                  <a:lnTo>
                    <a:pt x="387108" y="38100"/>
                  </a:lnTo>
                  <a:lnTo>
                    <a:pt x="449389" y="38100"/>
                  </a:lnTo>
                  <a:lnTo>
                    <a:pt x="451624" y="37160"/>
                  </a:lnTo>
                  <a:lnTo>
                    <a:pt x="455345" y="33439"/>
                  </a:lnTo>
                  <a:lnTo>
                    <a:pt x="456272" y="31203"/>
                  </a:lnTo>
                  <a:lnTo>
                    <a:pt x="456272" y="25933"/>
                  </a:lnTo>
                  <a:close/>
                </a:path>
                <a:path w="1962785" h="57150">
                  <a:moveTo>
                    <a:pt x="551319" y="25933"/>
                  </a:moveTo>
                  <a:lnTo>
                    <a:pt x="550392" y="23698"/>
                  </a:lnTo>
                  <a:lnTo>
                    <a:pt x="546684" y="19977"/>
                  </a:lnTo>
                  <a:lnTo>
                    <a:pt x="544449" y="19050"/>
                  </a:lnTo>
                  <a:lnTo>
                    <a:pt x="482155" y="19050"/>
                  </a:lnTo>
                  <a:lnTo>
                    <a:pt x="479920" y="19977"/>
                  </a:lnTo>
                  <a:lnTo>
                    <a:pt x="476211" y="23698"/>
                  </a:lnTo>
                  <a:lnTo>
                    <a:pt x="475284" y="25933"/>
                  </a:lnTo>
                  <a:lnTo>
                    <a:pt x="475284" y="31203"/>
                  </a:lnTo>
                  <a:lnTo>
                    <a:pt x="476211" y="33439"/>
                  </a:lnTo>
                  <a:lnTo>
                    <a:pt x="479920" y="37160"/>
                  </a:lnTo>
                  <a:lnTo>
                    <a:pt x="482155" y="38100"/>
                  </a:lnTo>
                  <a:lnTo>
                    <a:pt x="544449" y="38100"/>
                  </a:lnTo>
                  <a:lnTo>
                    <a:pt x="546684" y="37160"/>
                  </a:lnTo>
                  <a:lnTo>
                    <a:pt x="550392" y="33439"/>
                  </a:lnTo>
                  <a:lnTo>
                    <a:pt x="551319" y="31203"/>
                  </a:lnTo>
                  <a:lnTo>
                    <a:pt x="551319" y="25933"/>
                  </a:lnTo>
                  <a:close/>
                </a:path>
                <a:path w="1962785" h="57150">
                  <a:moveTo>
                    <a:pt x="646379" y="25933"/>
                  </a:moveTo>
                  <a:lnTo>
                    <a:pt x="645452" y="23698"/>
                  </a:lnTo>
                  <a:lnTo>
                    <a:pt x="641743" y="19977"/>
                  </a:lnTo>
                  <a:lnTo>
                    <a:pt x="639495" y="19050"/>
                  </a:lnTo>
                  <a:lnTo>
                    <a:pt x="577215" y="19050"/>
                  </a:lnTo>
                  <a:lnTo>
                    <a:pt x="574979" y="19977"/>
                  </a:lnTo>
                  <a:lnTo>
                    <a:pt x="571258" y="23698"/>
                  </a:lnTo>
                  <a:lnTo>
                    <a:pt x="570331" y="25933"/>
                  </a:lnTo>
                  <a:lnTo>
                    <a:pt x="570331" y="31203"/>
                  </a:lnTo>
                  <a:lnTo>
                    <a:pt x="571258" y="33439"/>
                  </a:lnTo>
                  <a:lnTo>
                    <a:pt x="574979" y="37160"/>
                  </a:lnTo>
                  <a:lnTo>
                    <a:pt x="577215" y="38100"/>
                  </a:lnTo>
                  <a:lnTo>
                    <a:pt x="639495" y="38100"/>
                  </a:lnTo>
                  <a:lnTo>
                    <a:pt x="641743" y="37160"/>
                  </a:lnTo>
                  <a:lnTo>
                    <a:pt x="645452" y="33439"/>
                  </a:lnTo>
                  <a:lnTo>
                    <a:pt x="646379" y="31203"/>
                  </a:lnTo>
                  <a:lnTo>
                    <a:pt x="646379" y="25933"/>
                  </a:lnTo>
                  <a:close/>
                </a:path>
                <a:path w="1962785" h="57150">
                  <a:moveTo>
                    <a:pt x="741438" y="25933"/>
                  </a:moveTo>
                  <a:lnTo>
                    <a:pt x="740511" y="23698"/>
                  </a:lnTo>
                  <a:lnTo>
                    <a:pt x="736803" y="19977"/>
                  </a:lnTo>
                  <a:lnTo>
                    <a:pt x="734555" y="19050"/>
                  </a:lnTo>
                  <a:lnTo>
                    <a:pt x="672274" y="19050"/>
                  </a:lnTo>
                  <a:lnTo>
                    <a:pt x="670026" y="19977"/>
                  </a:lnTo>
                  <a:lnTo>
                    <a:pt x="666318" y="23698"/>
                  </a:lnTo>
                  <a:lnTo>
                    <a:pt x="665391" y="25933"/>
                  </a:lnTo>
                  <a:lnTo>
                    <a:pt x="665391" y="31203"/>
                  </a:lnTo>
                  <a:lnTo>
                    <a:pt x="666318" y="33439"/>
                  </a:lnTo>
                  <a:lnTo>
                    <a:pt x="670026" y="37160"/>
                  </a:lnTo>
                  <a:lnTo>
                    <a:pt x="672274" y="38100"/>
                  </a:lnTo>
                  <a:lnTo>
                    <a:pt x="734555" y="38100"/>
                  </a:lnTo>
                  <a:lnTo>
                    <a:pt x="736803" y="37160"/>
                  </a:lnTo>
                  <a:lnTo>
                    <a:pt x="740511" y="33439"/>
                  </a:lnTo>
                  <a:lnTo>
                    <a:pt x="741438" y="31203"/>
                  </a:lnTo>
                  <a:lnTo>
                    <a:pt x="741438" y="25933"/>
                  </a:lnTo>
                  <a:close/>
                </a:path>
                <a:path w="1962785" h="57150">
                  <a:moveTo>
                    <a:pt x="836498" y="25933"/>
                  </a:moveTo>
                  <a:lnTo>
                    <a:pt x="835571" y="23698"/>
                  </a:lnTo>
                  <a:lnTo>
                    <a:pt x="831850" y="19977"/>
                  </a:lnTo>
                  <a:lnTo>
                    <a:pt x="829614" y="19050"/>
                  </a:lnTo>
                  <a:lnTo>
                    <a:pt x="767334" y="19050"/>
                  </a:lnTo>
                  <a:lnTo>
                    <a:pt x="765086" y="19977"/>
                  </a:lnTo>
                  <a:lnTo>
                    <a:pt x="761377" y="23698"/>
                  </a:lnTo>
                  <a:lnTo>
                    <a:pt x="760450" y="25933"/>
                  </a:lnTo>
                  <a:lnTo>
                    <a:pt x="760450" y="31203"/>
                  </a:lnTo>
                  <a:lnTo>
                    <a:pt x="761377" y="33439"/>
                  </a:lnTo>
                  <a:lnTo>
                    <a:pt x="765086" y="37160"/>
                  </a:lnTo>
                  <a:lnTo>
                    <a:pt x="767334" y="38100"/>
                  </a:lnTo>
                  <a:lnTo>
                    <a:pt x="829614" y="38100"/>
                  </a:lnTo>
                  <a:lnTo>
                    <a:pt x="831850" y="37160"/>
                  </a:lnTo>
                  <a:lnTo>
                    <a:pt x="835571" y="33439"/>
                  </a:lnTo>
                  <a:lnTo>
                    <a:pt x="836498" y="31203"/>
                  </a:lnTo>
                  <a:lnTo>
                    <a:pt x="836498" y="25933"/>
                  </a:lnTo>
                  <a:close/>
                </a:path>
                <a:path w="1962785" h="57150">
                  <a:moveTo>
                    <a:pt x="931545" y="25933"/>
                  </a:moveTo>
                  <a:lnTo>
                    <a:pt x="930617" y="23698"/>
                  </a:lnTo>
                  <a:lnTo>
                    <a:pt x="926909" y="19977"/>
                  </a:lnTo>
                  <a:lnTo>
                    <a:pt x="924674" y="19050"/>
                  </a:lnTo>
                  <a:lnTo>
                    <a:pt x="862380" y="19050"/>
                  </a:lnTo>
                  <a:lnTo>
                    <a:pt x="860145" y="19977"/>
                  </a:lnTo>
                  <a:lnTo>
                    <a:pt x="856437" y="23698"/>
                  </a:lnTo>
                  <a:lnTo>
                    <a:pt x="855510" y="25933"/>
                  </a:lnTo>
                  <a:lnTo>
                    <a:pt x="855510" y="31203"/>
                  </a:lnTo>
                  <a:lnTo>
                    <a:pt x="856437" y="33439"/>
                  </a:lnTo>
                  <a:lnTo>
                    <a:pt x="860145" y="37160"/>
                  </a:lnTo>
                  <a:lnTo>
                    <a:pt x="862380" y="38100"/>
                  </a:lnTo>
                  <a:lnTo>
                    <a:pt x="924674" y="38100"/>
                  </a:lnTo>
                  <a:lnTo>
                    <a:pt x="926909" y="37160"/>
                  </a:lnTo>
                  <a:lnTo>
                    <a:pt x="930617" y="33439"/>
                  </a:lnTo>
                  <a:lnTo>
                    <a:pt x="931545" y="31203"/>
                  </a:lnTo>
                  <a:lnTo>
                    <a:pt x="931545" y="25933"/>
                  </a:lnTo>
                  <a:close/>
                </a:path>
                <a:path w="1962785" h="57150">
                  <a:moveTo>
                    <a:pt x="1026604" y="25933"/>
                  </a:moveTo>
                  <a:lnTo>
                    <a:pt x="1025677" y="23698"/>
                  </a:lnTo>
                  <a:lnTo>
                    <a:pt x="1021969" y="19977"/>
                  </a:lnTo>
                  <a:lnTo>
                    <a:pt x="1019721" y="19050"/>
                  </a:lnTo>
                  <a:lnTo>
                    <a:pt x="957440" y="19050"/>
                  </a:lnTo>
                  <a:lnTo>
                    <a:pt x="955205" y="19977"/>
                  </a:lnTo>
                  <a:lnTo>
                    <a:pt x="951484" y="23698"/>
                  </a:lnTo>
                  <a:lnTo>
                    <a:pt x="950556" y="25933"/>
                  </a:lnTo>
                  <a:lnTo>
                    <a:pt x="950556" y="31203"/>
                  </a:lnTo>
                  <a:lnTo>
                    <a:pt x="951484" y="33439"/>
                  </a:lnTo>
                  <a:lnTo>
                    <a:pt x="955205" y="37160"/>
                  </a:lnTo>
                  <a:lnTo>
                    <a:pt x="957440" y="38100"/>
                  </a:lnTo>
                  <a:lnTo>
                    <a:pt x="1019721" y="38100"/>
                  </a:lnTo>
                  <a:lnTo>
                    <a:pt x="1021969" y="37160"/>
                  </a:lnTo>
                  <a:lnTo>
                    <a:pt x="1025677" y="33439"/>
                  </a:lnTo>
                  <a:lnTo>
                    <a:pt x="1026604" y="31203"/>
                  </a:lnTo>
                  <a:lnTo>
                    <a:pt x="1026604" y="25933"/>
                  </a:lnTo>
                  <a:close/>
                </a:path>
                <a:path w="1962785" h="57150">
                  <a:moveTo>
                    <a:pt x="1121664" y="25933"/>
                  </a:moveTo>
                  <a:lnTo>
                    <a:pt x="1120736" y="23698"/>
                  </a:lnTo>
                  <a:lnTo>
                    <a:pt x="1117028" y="19977"/>
                  </a:lnTo>
                  <a:lnTo>
                    <a:pt x="1114780" y="19050"/>
                  </a:lnTo>
                  <a:lnTo>
                    <a:pt x="1052499" y="19050"/>
                  </a:lnTo>
                  <a:lnTo>
                    <a:pt x="1050251" y="19977"/>
                  </a:lnTo>
                  <a:lnTo>
                    <a:pt x="1046543" y="23698"/>
                  </a:lnTo>
                  <a:lnTo>
                    <a:pt x="1045616" y="25933"/>
                  </a:lnTo>
                  <a:lnTo>
                    <a:pt x="1045616" y="31203"/>
                  </a:lnTo>
                  <a:lnTo>
                    <a:pt x="1046543" y="33439"/>
                  </a:lnTo>
                  <a:lnTo>
                    <a:pt x="1050251" y="37160"/>
                  </a:lnTo>
                  <a:lnTo>
                    <a:pt x="1052499" y="38100"/>
                  </a:lnTo>
                  <a:lnTo>
                    <a:pt x="1114780" y="38100"/>
                  </a:lnTo>
                  <a:lnTo>
                    <a:pt x="1117028" y="37160"/>
                  </a:lnTo>
                  <a:lnTo>
                    <a:pt x="1120736" y="33439"/>
                  </a:lnTo>
                  <a:lnTo>
                    <a:pt x="1121664" y="31203"/>
                  </a:lnTo>
                  <a:lnTo>
                    <a:pt x="1121664" y="25933"/>
                  </a:lnTo>
                  <a:close/>
                </a:path>
                <a:path w="1962785" h="57150">
                  <a:moveTo>
                    <a:pt x="1216723" y="25933"/>
                  </a:moveTo>
                  <a:lnTo>
                    <a:pt x="1215796" y="23698"/>
                  </a:lnTo>
                  <a:lnTo>
                    <a:pt x="1212075" y="19977"/>
                  </a:lnTo>
                  <a:lnTo>
                    <a:pt x="1209840" y="19050"/>
                  </a:lnTo>
                  <a:lnTo>
                    <a:pt x="1147559" y="19050"/>
                  </a:lnTo>
                  <a:lnTo>
                    <a:pt x="1145311" y="19977"/>
                  </a:lnTo>
                  <a:lnTo>
                    <a:pt x="1141603" y="23698"/>
                  </a:lnTo>
                  <a:lnTo>
                    <a:pt x="1140675" y="25933"/>
                  </a:lnTo>
                  <a:lnTo>
                    <a:pt x="1140675" y="31203"/>
                  </a:lnTo>
                  <a:lnTo>
                    <a:pt x="1141603" y="33439"/>
                  </a:lnTo>
                  <a:lnTo>
                    <a:pt x="1145311" y="37160"/>
                  </a:lnTo>
                  <a:lnTo>
                    <a:pt x="1147559" y="38100"/>
                  </a:lnTo>
                  <a:lnTo>
                    <a:pt x="1209840" y="38100"/>
                  </a:lnTo>
                  <a:lnTo>
                    <a:pt x="1212075" y="37160"/>
                  </a:lnTo>
                  <a:lnTo>
                    <a:pt x="1215796" y="33439"/>
                  </a:lnTo>
                  <a:lnTo>
                    <a:pt x="1216723" y="31203"/>
                  </a:lnTo>
                  <a:lnTo>
                    <a:pt x="1216723" y="25933"/>
                  </a:lnTo>
                  <a:close/>
                </a:path>
                <a:path w="1962785" h="57150">
                  <a:moveTo>
                    <a:pt x="1311770" y="25933"/>
                  </a:moveTo>
                  <a:lnTo>
                    <a:pt x="1310843" y="23698"/>
                  </a:lnTo>
                  <a:lnTo>
                    <a:pt x="1307134" y="19977"/>
                  </a:lnTo>
                  <a:lnTo>
                    <a:pt x="1304899" y="19050"/>
                  </a:lnTo>
                  <a:lnTo>
                    <a:pt x="1242606" y="19050"/>
                  </a:lnTo>
                  <a:lnTo>
                    <a:pt x="1240370" y="19977"/>
                  </a:lnTo>
                  <a:lnTo>
                    <a:pt x="1236662" y="23698"/>
                  </a:lnTo>
                  <a:lnTo>
                    <a:pt x="1235735" y="25933"/>
                  </a:lnTo>
                  <a:lnTo>
                    <a:pt x="1235735" y="31203"/>
                  </a:lnTo>
                  <a:lnTo>
                    <a:pt x="1236662" y="33439"/>
                  </a:lnTo>
                  <a:lnTo>
                    <a:pt x="1240370" y="37160"/>
                  </a:lnTo>
                  <a:lnTo>
                    <a:pt x="1242606" y="38100"/>
                  </a:lnTo>
                  <a:lnTo>
                    <a:pt x="1304899" y="38100"/>
                  </a:lnTo>
                  <a:lnTo>
                    <a:pt x="1307134" y="37160"/>
                  </a:lnTo>
                  <a:lnTo>
                    <a:pt x="1310843" y="33439"/>
                  </a:lnTo>
                  <a:lnTo>
                    <a:pt x="1311770" y="31203"/>
                  </a:lnTo>
                  <a:lnTo>
                    <a:pt x="1311770" y="25933"/>
                  </a:lnTo>
                  <a:close/>
                </a:path>
                <a:path w="1962785" h="57150">
                  <a:moveTo>
                    <a:pt x="1406829" y="25933"/>
                  </a:moveTo>
                  <a:lnTo>
                    <a:pt x="1405902" y="23698"/>
                  </a:lnTo>
                  <a:lnTo>
                    <a:pt x="1402194" y="19977"/>
                  </a:lnTo>
                  <a:lnTo>
                    <a:pt x="1399946" y="19050"/>
                  </a:lnTo>
                  <a:lnTo>
                    <a:pt x="1337665" y="19050"/>
                  </a:lnTo>
                  <a:lnTo>
                    <a:pt x="1335430" y="19977"/>
                  </a:lnTo>
                  <a:lnTo>
                    <a:pt x="1331709" y="23698"/>
                  </a:lnTo>
                  <a:lnTo>
                    <a:pt x="1330782" y="25933"/>
                  </a:lnTo>
                  <a:lnTo>
                    <a:pt x="1330782" y="31203"/>
                  </a:lnTo>
                  <a:lnTo>
                    <a:pt x="1331709" y="33439"/>
                  </a:lnTo>
                  <a:lnTo>
                    <a:pt x="1335430" y="37160"/>
                  </a:lnTo>
                  <a:lnTo>
                    <a:pt x="1337665" y="38100"/>
                  </a:lnTo>
                  <a:lnTo>
                    <a:pt x="1399946" y="38100"/>
                  </a:lnTo>
                  <a:lnTo>
                    <a:pt x="1402194" y="37160"/>
                  </a:lnTo>
                  <a:lnTo>
                    <a:pt x="1405902" y="33439"/>
                  </a:lnTo>
                  <a:lnTo>
                    <a:pt x="1406829" y="31203"/>
                  </a:lnTo>
                  <a:lnTo>
                    <a:pt x="1406829" y="25933"/>
                  </a:lnTo>
                  <a:close/>
                </a:path>
                <a:path w="1962785" h="57150">
                  <a:moveTo>
                    <a:pt x="1501889" y="25933"/>
                  </a:moveTo>
                  <a:lnTo>
                    <a:pt x="1500962" y="23698"/>
                  </a:lnTo>
                  <a:lnTo>
                    <a:pt x="1497241" y="19977"/>
                  </a:lnTo>
                  <a:lnTo>
                    <a:pt x="1495005" y="19050"/>
                  </a:lnTo>
                  <a:lnTo>
                    <a:pt x="1432725" y="19050"/>
                  </a:lnTo>
                  <a:lnTo>
                    <a:pt x="1430477" y="19977"/>
                  </a:lnTo>
                  <a:lnTo>
                    <a:pt x="1426768" y="23698"/>
                  </a:lnTo>
                  <a:lnTo>
                    <a:pt x="1425841" y="25933"/>
                  </a:lnTo>
                  <a:lnTo>
                    <a:pt x="1425841" y="31203"/>
                  </a:lnTo>
                  <a:lnTo>
                    <a:pt x="1426768" y="33439"/>
                  </a:lnTo>
                  <a:lnTo>
                    <a:pt x="1430477" y="37160"/>
                  </a:lnTo>
                  <a:lnTo>
                    <a:pt x="1432725" y="38100"/>
                  </a:lnTo>
                  <a:lnTo>
                    <a:pt x="1495005" y="38100"/>
                  </a:lnTo>
                  <a:lnTo>
                    <a:pt x="1497241" y="37160"/>
                  </a:lnTo>
                  <a:lnTo>
                    <a:pt x="1500962" y="33439"/>
                  </a:lnTo>
                  <a:lnTo>
                    <a:pt x="1501889" y="31203"/>
                  </a:lnTo>
                  <a:lnTo>
                    <a:pt x="1501889" y="25933"/>
                  </a:lnTo>
                  <a:close/>
                </a:path>
                <a:path w="1962785" h="57150">
                  <a:moveTo>
                    <a:pt x="1596948" y="25933"/>
                  </a:moveTo>
                  <a:lnTo>
                    <a:pt x="1596021" y="23698"/>
                  </a:lnTo>
                  <a:lnTo>
                    <a:pt x="1592300" y="19977"/>
                  </a:lnTo>
                  <a:lnTo>
                    <a:pt x="1590065" y="19050"/>
                  </a:lnTo>
                  <a:lnTo>
                    <a:pt x="1527784" y="19050"/>
                  </a:lnTo>
                  <a:lnTo>
                    <a:pt x="1525536" y="19977"/>
                  </a:lnTo>
                  <a:lnTo>
                    <a:pt x="1521828" y="23698"/>
                  </a:lnTo>
                  <a:lnTo>
                    <a:pt x="1520901" y="25933"/>
                  </a:lnTo>
                  <a:lnTo>
                    <a:pt x="1520901" y="31203"/>
                  </a:lnTo>
                  <a:lnTo>
                    <a:pt x="1521828" y="33439"/>
                  </a:lnTo>
                  <a:lnTo>
                    <a:pt x="1525536" y="37160"/>
                  </a:lnTo>
                  <a:lnTo>
                    <a:pt x="1527784" y="38100"/>
                  </a:lnTo>
                  <a:lnTo>
                    <a:pt x="1590065" y="38100"/>
                  </a:lnTo>
                  <a:lnTo>
                    <a:pt x="1592300" y="37160"/>
                  </a:lnTo>
                  <a:lnTo>
                    <a:pt x="1596021" y="33439"/>
                  </a:lnTo>
                  <a:lnTo>
                    <a:pt x="1596948" y="31203"/>
                  </a:lnTo>
                  <a:lnTo>
                    <a:pt x="1596948" y="25933"/>
                  </a:lnTo>
                  <a:close/>
                </a:path>
                <a:path w="1962785" h="57150">
                  <a:moveTo>
                    <a:pt x="1691995" y="25933"/>
                  </a:moveTo>
                  <a:lnTo>
                    <a:pt x="1691068" y="23698"/>
                  </a:lnTo>
                  <a:lnTo>
                    <a:pt x="1687360" y="19977"/>
                  </a:lnTo>
                  <a:lnTo>
                    <a:pt x="1685124" y="19050"/>
                  </a:lnTo>
                  <a:lnTo>
                    <a:pt x="1622831" y="19050"/>
                  </a:lnTo>
                  <a:lnTo>
                    <a:pt x="1620596" y="19977"/>
                  </a:lnTo>
                  <a:lnTo>
                    <a:pt x="1616887" y="23698"/>
                  </a:lnTo>
                  <a:lnTo>
                    <a:pt x="1615960" y="25933"/>
                  </a:lnTo>
                  <a:lnTo>
                    <a:pt x="1615960" y="31203"/>
                  </a:lnTo>
                  <a:lnTo>
                    <a:pt x="1616887" y="33439"/>
                  </a:lnTo>
                  <a:lnTo>
                    <a:pt x="1620596" y="37160"/>
                  </a:lnTo>
                  <a:lnTo>
                    <a:pt x="1622831" y="38100"/>
                  </a:lnTo>
                  <a:lnTo>
                    <a:pt x="1685124" y="38100"/>
                  </a:lnTo>
                  <a:lnTo>
                    <a:pt x="1687360" y="37160"/>
                  </a:lnTo>
                  <a:lnTo>
                    <a:pt x="1691068" y="33439"/>
                  </a:lnTo>
                  <a:lnTo>
                    <a:pt x="1691995" y="31203"/>
                  </a:lnTo>
                  <a:lnTo>
                    <a:pt x="1691995" y="25933"/>
                  </a:lnTo>
                  <a:close/>
                </a:path>
                <a:path w="1962785" h="57150">
                  <a:moveTo>
                    <a:pt x="1787055" y="25933"/>
                  </a:moveTo>
                  <a:lnTo>
                    <a:pt x="1786128" y="23698"/>
                  </a:lnTo>
                  <a:lnTo>
                    <a:pt x="1782419" y="19977"/>
                  </a:lnTo>
                  <a:lnTo>
                    <a:pt x="1780171" y="19050"/>
                  </a:lnTo>
                  <a:lnTo>
                    <a:pt x="1717890" y="19050"/>
                  </a:lnTo>
                  <a:lnTo>
                    <a:pt x="1715655" y="19977"/>
                  </a:lnTo>
                  <a:lnTo>
                    <a:pt x="1711934" y="23698"/>
                  </a:lnTo>
                  <a:lnTo>
                    <a:pt x="1711007" y="25933"/>
                  </a:lnTo>
                  <a:lnTo>
                    <a:pt x="1711007" y="31203"/>
                  </a:lnTo>
                  <a:lnTo>
                    <a:pt x="1711934" y="33439"/>
                  </a:lnTo>
                  <a:lnTo>
                    <a:pt x="1715655" y="37160"/>
                  </a:lnTo>
                  <a:lnTo>
                    <a:pt x="1717890" y="38100"/>
                  </a:lnTo>
                  <a:lnTo>
                    <a:pt x="1780171" y="38100"/>
                  </a:lnTo>
                  <a:lnTo>
                    <a:pt x="1782419" y="37160"/>
                  </a:lnTo>
                  <a:lnTo>
                    <a:pt x="1786128" y="33439"/>
                  </a:lnTo>
                  <a:lnTo>
                    <a:pt x="1787055" y="31203"/>
                  </a:lnTo>
                  <a:lnTo>
                    <a:pt x="1787055" y="25933"/>
                  </a:lnTo>
                  <a:close/>
                </a:path>
                <a:path w="1962785" h="57150">
                  <a:moveTo>
                    <a:pt x="1882114" y="25933"/>
                  </a:moveTo>
                  <a:lnTo>
                    <a:pt x="1881187" y="23698"/>
                  </a:lnTo>
                  <a:lnTo>
                    <a:pt x="1877466" y="19977"/>
                  </a:lnTo>
                  <a:lnTo>
                    <a:pt x="1875231" y="19050"/>
                  </a:lnTo>
                  <a:lnTo>
                    <a:pt x="1812950" y="19050"/>
                  </a:lnTo>
                  <a:lnTo>
                    <a:pt x="1810702" y="19977"/>
                  </a:lnTo>
                  <a:lnTo>
                    <a:pt x="1806994" y="23698"/>
                  </a:lnTo>
                  <a:lnTo>
                    <a:pt x="1806067" y="25933"/>
                  </a:lnTo>
                  <a:lnTo>
                    <a:pt x="1806067" y="31203"/>
                  </a:lnTo>
                  <a:lnTo>
                    <a:pt x="1806994" y="33439"/>
                  </a:lnTo>
                  <a:lnTo>
                    <a:pt x="1810702" y="37160"/>
                  </a:lnTo>
                  <a:lnTo>
                    <a:pt x="1812950" y="38100"/>
                  </a:lnTo>
                  <a:lnTo>
                    <a:pt x="1875231" y="38100"/>
                  </a:lnTo>
                  <a:lnTo>
                    <a:pt x="1877466" y="37160"/>
                  </a:lnTo>
                  <a:lnTo>
                    <a:pt x="1881187" y="33439"/>
                  </a:lnTo>
                  <a:lnTo>
                    <a:pt x="1882114" y="31203"/>
                  </a:lnTo>
                  <a:lnTo>
                    <a:pt x="1882114" y="25933"/>
                  </a:lnTo>
                  <a:close/>
                </a:path>
                <a:path w="1962785" h="57150">
                  <a:moveTo>
                    <a:pt x="1962175" y="28575"/>
                  </a:moveTo>
                  <a:lnTo>
                    <a:pt x="1924151" y="0"/>
                  </a:lnTo>
                  <a:lnTo>
                    <a:pt x="1924151" y="25933"/>
                  </a:lnTo>
                  <a:lnTo>
                    <a:pt x="1923224" y="23698"/>
                  </a:lnTo>
                  <a:lnTo>
                    <a:pt x="1919516" y="19977"/>
                  </a:lnTo>
                  <a:lnTo>
                    <a:pt x="1917268" y="19050"/>
                  </a:lnTo>
                  <a:lnTo>
                    <a:pt x="1908009" y="19050"/>
                  </a:lnTo>
                  <a:lnTo>
                    <a:pt x="1905762" y="19977"/>
                  </a:lnTo>
                  <a:lnTo>
                    <a:pt x="1902053" y="23698"/>
                  </a:lnTo>
                  <a:lnTo>
                    <a:pt x="1901126" y="25933"/>
                  </a:lnTo>
                  <a:lnTo>
                    <a:pt x="1901126" y="31203"/>
                  </a:lnTo>
                  <a:lnTo>
                    <a:pt x="1902053" y="33439"/>
                  </a:lnTo>
                  <a:lnTo>
                    <a:pt x="1905762" y="37160"/>
                  </a:lnTo>
                  <a:lnTo>
                    <a:pt x="1908009" y="38100"/>
                  </a:lnTo>
                  <a:lnTo>
                    <a:pt x="1917268" y="38100"/>
                  </a:lnTo>
                  <a:lnTo>
                    <a:pt x="1919516" y="37160"/>
                  </a:lnTo>
                  <a:lnTo>
                    <a:pt x="1923224" y="33439"/>
                  </a:lnTo>
                  <a:lnTo>
                    <a:pt x="1924151" y="31203"/>
                  </a:lnTo>
                  <a:lnTo>
                    <a:pt x="1924151" y="57150"/>
                  </a:lnTo>
                  <a:lnTo>
                    <a:pt x="1962175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358174" y="523790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0"/>
                  </a:moveTo>
                  <a:lnTo>
                    <a:pt x="38022" y="28574"/>
                  </a:lnTo>
                  <a:lnTo>
                    <a:pt x="0" y="57149"/>
                  </a:lnTo>
                  <a:lnTo>
                    <a:pt x="0" y="0"/>
                  </a:lnTo>
                  <a:close/>
                </a:path>
              </a:pathLst>
            </a:custGeom>
            <a:ln w="190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7021144" y="5228388"/>
            <a:ext cx="1972310" cy="76200"/>
            <a:chOff x="7021144" y="5228388"/>
            <a:chExt cx="1972310" cy="76200"/>
          </a:xfrm>
        </p:grpSpPr>
        <p:sp>
          <p:nvSpPr>
            <p:cNvPr id="10" name="object 10"/>
            <p:cNvSpPr/>
            <p:nvPr/>
          </p:nvSpPr>
          <p:spPr>
            <a:xfrm>
              <a:off x="7021144" y="5237911"/>
              <a:ext cx="1962785" cy="57150"/>
            </a:xfrm>
            <a:custGeom>
              <a:avLst/>
              <a:gdLst/>
              <a:ahLst/>
              <a:cxnLst/>
              <a:rect l="l" t="t" r="r" b="b"/>
              <a:pathLst>
                <a:path w="1962784" h="57150">
                  <a:moveTo>
                    <a:pt x="76034" y="25933"/>
                  </a:moveTo>
                  <a:lnTo>
                    <a:pt x="75107" y="23698"/>
                  </a:lnTo>
                  <a:lnTo>
                    <a:pt x="71399" y="19977"/>
                  </a:lnTo>
                  <a:lnTo>
                    <a:pt x="69164" y="19050"/>
                  </a:lnTo>
                  <a:lnTo>
                    <a:pt x="6870" y="19050"/>
                  </a:lnTo>
                  <a:lnTo>
                    <a:pt x="4635" y="19977"/>
                  </a:lnTo>
                  <a:lnTo>
                    <a:pt x="927" y="23698"/>
                  </a:lnTo>
                  <a:lnTo>
                    <a:pt x="0" y="25933"/>
                  </a:lnTo>
                  <a:lnTo>
                    <a:pt x="0" y="31203"/>
                  </a:lnTo>
                  <a:lnTo>
                    <a:pt x="927" y="33439"/>
                  </a:lnTo>
                  <a:lnTo>
                    <a:pt x="4635" y="37160"/>
                  </a:lnTo>
                  <a:lnTo>
                    <a:pt x="6870" y="38100"/>
                  </a:lnTo>
                  <a:lnTo>
                    <a:pt x="69164" y="38100"/>
                  </a:lnTo>
                  <a:lnTo>
                    <a:pt x="71399" y="37160"/>
                  </a:lnTo>
                  <a:lnTo>
                    <a:pt x="75107" y="33439"/>
                  </a:lnTo>
                  <a:lnTo>
                    <a:pt x="76034" y="31203"/>
                  </a:lnTo>
                  <a:lnTo>
                    <a:pt x="76034" y="25933"/>
                  </a:lnTo>
                  <a:close/>
                </a:path>
                <a:path w="1962784" h="57150">
                  <a:moveTo>
                    <a:pt x="171094" y="25933"/>
                  </a:moveTo>
                  <a:lnTo>
                    <a:pt x="170167" y="23698"/>
                  </a:lnTo>
                  <a:lnTo>
                    <a:pt x="166458" y="19977"/>
                  </a:lnTo>
                  <a:lnTo>
                    <a:pt x="164211" y="19050"/>
                  </a:lnTo>
                  <a:lnTo>
                    <a:pt x="101930" y="19050"/>
                  </a:lnTo>
                  <a:lnTo>
                    <a:pt x="99695" y="19977"/>
                  </a:lnTo>
                  <a:lnTo>
                    <a:pt x="95973" y="23698"/>
                  </a:lnTo>
                  <a:lnTo>
                    <a:pt x="95046" y="25933"/>
                  </a:lnTo>
                  <a:lnTo>
                    <a:pt x="95046" y="31203"/>
                  </a:lnTo>
                  <a:lnTo>
                    <a:pt x="95973" y="33439"/>
                  </a:lnTo>
                  <a:lnTo>
                    <a:pt x="99695" y="37160"/>
                  </a:lnTo>
                  <a:lnTo>
                    <a:pt x="101930" y="38100"/>
                  </a:lnTo>
                  <a:lnTo>
                    <a:pt x="164211" y="38100"/>
                  </a:lnTo>
                  <a:lnTo>
                    <a:pt x="166458" y="37160"/>
                  </a:lnTo>
                  <a:lnTo>
                    <a:pt x="170167" y="33439"/>
                  </a:lnTo>
                  <a:lnTo>
                    <a:pt x="171094" y="31203"/>
                  </a:lnTo>
                  <a:lnTo>
                    <a:pt x="171094" y="25933"/>
                  </a:lnTo>
                  <a:close/>
                </a:path>
                <a:path w="1962784" h="57150">
                  <a:moveTo>
                    <a:pt x="266153" y="25933"/>
                  </a:moveTo>
                  <a:lnTo>
                    <a:pt x="265226" y="23698"/>
                  </a:lnTo>
                  <a:lnTo>
                    <a:pt x="261505" y="19977"/>
                  </a:lnTo>
                  <a:lnTo>
                    <a:pt x="259270" y="19050"/>
                  </a:lnTo>
                  <a:lnTo>
                    <a:pt x="196989" y="19050"/>
                  </a:lnTo>
                  <a:lnTo>
                    <a:pt x="194741" y="19977"/>
                  </a:lnTo>
                  <a:lnTo>
                    <a:pt x="191033" y="23698"/>
                  </a:lnTo>
                  <a:lnTo>
                    <a:pt x="190106" y="25933"/>
                  </a:lnTo>
                  <a:lnTo>
                    <a:pt x="190106" y="31203"/>
                  </a:lnTo>
                  <a:lnTo>
                    <a:pt x="191033" y="33439"/>
                  </a:lnTo>
                  <a:lnTo>
                    <a:pt x="194741" y="37160"/>
                  </a:lnTo>
                  <a:lnTo>
                    <a:pt x="196989" y="38100"/>
                  </a:lnTo>
                  <a:lnTo>
                    <a:pt x="259270" y="38100"/>
                  </a:lnTo>
                  <a:lnTo>
                    <a:pt x="261505" y="37160"/>
                  </a:lnTo>
                  <a:lnTo>
                    <a:pt x="265226" y="33439"/>
                  </a:lnTo>
                  <a:lnTo>
                    <a:pt x="266153" y="31203"/>
                  </a:lnTo>
                  <a:lnTo>
                    <a:pt x="266153" y="25933"/>
                  </a:lnTo>
                  <a:close/>
                </a:path>
                <a:path w="1962784" h="57150">
                  <a:moveTo>
                    <a:pt x="361213" y="25933"/>
                  </a:moveTo>
                  <a:lnTo>
                    <a:pt x="360273" y="23698"/>
                  </a:lnTo>
                  <a:lnTo>
                    <a:pt x="356565" y="19977"/>
                  </a:lnTo>
                  <a:lnTo>
                    <a:pt x="354330" y="19050"/>
                  </a:lnTo>
                  <a:lnTo>
                    <a:pt x="292049" y="19050"/>
                  </a:lnTo>
                  <a:lnTo>
                    <a:pt x="289801" y="19977"/>
                  </a:lnTo>
                  <a:lnTo>
                    <a:pt x="286092" y="23698"/>
                  </a:lnTo>
                  <a:lnTo>
                    <a:pt x="285165" y="25933"/>
                  </a:lnTo>
                  <a:lnTo>
                    <a:pt x="285165" y="31203"/>
                  </a:lnTo>
                  <a:lnTo>
                    <a:pt x="286092" y="33439"/>
                  </a:lnTo>
                  <a:lnTo>
                    <a:pt x="289801" y="37160"/>
                  </a:lnTo>
                  <a:lnTo>
                    <a:pt x="292049" y="38100"/>
                  </a:lnTo>
                  <a:lnTo>
                    <a:pt x="354330" y="38100"/>
                  </a:lnTo>
                  <a:lnTo>
                    <a:pt x="356565" y="37160"/>
                  </a:lnTo>
                  <a:lnTo>
                    <a:pt x="360273" y="33439"/>
                  </a:lnTo>
                  <a:lnTo>
                    <a:pt x="361213" y="31203"/>
                  </a:lnTo>
                  <a:lnTo>
                    <a:pt x="361213" y="25933"/>
                  </a:lnTo>
                  <a:close/>
                </a:path>
                <a:path w="1962784" h="57150">
                  <a:moveTo>
                    <a:pt x="456260" y="25933"/>
                  </a:moveTo>
                  <a:lnTo>
                    <a:pt x="455333" y="23698"/>
                  </a:lnTo>
                  <a:lnTo>
                    <a:pt x="451624" y="19977"/>
                  </a:lnTo>
                  <a:lnTo>
                    <a:pt x="449376" y="19050"/>
                  </a:lnTo>
                  <a:lnTo>
                    <a:pt x="387096" y="19050"/>
                  </a:lnTo>
                  <a:lnTo>
                    <a:pt x="384860" y="19977"/>
                  </a:lnTo>
                  <a:lnTo>
                    <a:pt x="381152" y="23698"/>
                  </a:lnTo>
                  <a:lnTo>
                    <a:pt x="380212" y="25933"/>
                  </a:lnTo>
                  <a:lnTo>
                    <a:pt x="380212" y="31203"/>
                  </a:lnTo>
                  <a:lnTo>
                    <a:pt x="381152" y="33439"/>
                  </a:lnTo>
                  <a:lnTo>
                    <a:pt x="384860" y="37160"/>
                  </a:lnTo>
                  <a:lnTo>
                    <a:pt x="387096" y="38100"/>
                  </a:lnTo>
                  <a:lnTo>
                    <a:pt x="449376" y="38100"/>
                  </a:lnTo>
                  <a:lnTo>
                    <a:pt x="451624" y="37160"/>
                  </a:lnTo>
                  <a:lnTo>
                    <a:pt x="455333" y="33439"/>
                  </a:lnTo>
                  <a:lnTo>
                    <a:pt x="456260" y="31203"/>
                  </a:lnTo>
                  <a:lnTo>
                    <a:pt x="456260" y="25933"/>
                  </a:lnTo>
                  <a:close/>
                </a:path>
                <a:path w="1962784" h="57150">
                  <a:moveTo>
                    <a:pt x="551319" y="25933"/>
                  </a:moveTo>
                  <a:lnTo>
                    <a:pt x="550392" y="23698"/>
                  </a:lnTo>
                  <a:lnTo>
                    <a:pt x="546684" y="19977"/>
                  </a:lnTo>
                  <a:lnTo>
                    <a:pt x="544436" y="19050"/>
                  </a:lnTo>
                  <a:lnTo>
                    <a:pt x="482155" y="19050"/>
                  </a:lnTo>
                  <a:lnTo>
                    <a:pt x="479920" y="19977"/>
                  </a:lnTo>
                  <a:lnTo>
                    <a:pt x="476199" y="23698"/>
                  </a:lnTo>
                  <a:lnTo>
                    <a:pt x="475272" y="25933"/>
                  </a:lnTo>
                  <a:lnTo>
                    <a:pt x="475272" y="31203"/>
                  </a:lnTo>
                  <a:lnTo>
                    <a:pt x="476199" y="33439"/>
                  </a:lnTo>
                  <a:lnTo>
                    <a:pt x="479920" y="37160"/>
                  </a:lnTo>
                  <a:lnTo>
                    <a:pt x="482155" y="38100"/>
                  </a:lnTo>
                  <a:lnTo>
                    <a:pt x="544436" y="38100"/>
                  </a:lnTo>
                  <a:lnTo>
                    <a:pt x="546684" y="37160"/>
                  </a:lnTo>
                  <a:lnTo>
                    <a:pt x="550392" y="33439"/>
                  </a:lnTo>
                  <a:lnTo>
                    <a:pt x="551319" y="31203"/>
                  </a:lnTo>
                  <a:lnTo>
                    <a:pt x="551319" y="25933"/>
                  </a:lnTo>
                  <a:close/>
                </a:path>
                <a:path w="1962784" h="57150">
                  <a:moveTo>
                    <a:pt x="646379" y="25933"/>
                  </a:moveTo>
                  <a:lnTo>
                    <a:pt x="645452" y="23698"/>
                  </a:lnTo>
                  <a:lnTo>
                    <a:pt x="641731" y="19977"/>
                  </a:lnTo>
                  <a:lnTo>
                    <a:pt x="639495" y="19050"/>
                  </a:lnTo>
                  <a:lnTo>
                    <a:pt x="577215" y="19050"/>
                  </a:lnTo>
                  <a:lnTo>
                    <a:pt x="574967" y="19977"/>
                  </a:lnTo>
                  <a:lnTo>
                    <a:pt x="571258" y="23698"/>
                  </a:lnTo>
                  <a:lnTo>
                    <a:pt x="570331" y="25933"/>
                  </a:lnTo>
                  <a:lnTo>
                    <a:pt x="570331" y="31203"/>
                  </a:lnTo>
                  <a:lnTo>
                    <a:pt x="571258" y="33439"/>
                  </a:lnTo>
                  <a:lnTo>
                    <a:pt x="574967" y="37160"/>
                  </a:lnTo>
                  <a:lnTo>
                    <a:pt x="577215" y="38100"/>
                  </a:lnTo>
                  <a:lnTo>
                    <a:pt x="639495" y="38100"/>
                  </a:lnTo>
                  <a:lnTo>
                    <a:pt x="641731" y="37160"/>
                  </a:lnTo>
                  <a:lnTo>
                    <a:pt x="645452" y="33439"/>
                  </a:lnTo>
                  <a:lnTo>
                    <a:pt x="646379" y="31203"/>
                  </a:lnTo>
                  <a:lnTo>
                    <a:pt x="646379" y="25933"/>
                  </a:lnTo>
                  <a:close/>
                </a:path>
                <a:path w="1962784" h="57150">
                  <a:moveTo>
                    <a:pt x="741438" y="25933"/>
                  </a:moveTo>
                  <a:lnTo>
                    <a:pt x="740498" y="23698"/>
                  </a:lnTo>
                  <a:lnTo>
                    <a:pt x="736790" y="19977"/>
                  </a:lnTo>
                  <a:lnTo>
                    <a:pt x="734555" y="19050"/>
                  </a:lnTo>
                  <a:lnTo>
                    <a:pt x="672274" y="19050"/>
                  </a:lnTo>
                  <a:lnTo>
                    <a:pt x="670026" y="19977"/>
                  </a:lnTo>
                  <a:lnTo>
                    <a:pt x="666318" y="23698"/>
                  </a:lnTo>
                  <a:lnTo>
                    <a:pt x="665391" y="25933"/>
                  </a:lnTo>
                  <a:lnTo>
                    <a:pt x="665391" y="31203"/>
                  </a:lnTo>
                  <a:lnTo>
                    <a:pt x="666318" y="33439"/>
                  </a:lnTo>
                  <a:lnTo>
                    <a:pt x="670026" y="37160"/>
                  </a:lnTo>
                  <a:lnTo>
                    <a:pt x="672274" y="38100"/>
                  </a:lnTo>
                  <a:lnTo>
                    <a:pt x="734555" y="38100"/>
                  </a:lnTo>
                  <a:lnTo>
                    <a:pt x="736790" y="37160"/>
                  </a:lnTo>
                  <a:lnTo>
                    <a:pt x="740498" y="33439"/>
                  </a:lnTo>
                  <a:lnTo>
                    <a:pt x="741438" y="31203"/>
                  </a:lnTo>
                  <a:lnTo>
                    <a:pt x="741438" y="25933"/>
                  </a:lnTo>
                  <a:close/>
                </a:path>
                <a:path w="1962784" h="57150">
                  <a:moveTo>
                    <a:pt x="836485" y="25933"/>
                  </a:moveTo>
                  <a:lnTo>
                    <a:pt x="835558" y="23698"/>
                  </a:lnTo>
                  <a:lnTo>
                    <a:pt x="831850" y="19977"/>
                  </a:lnTo>
                  <a:lnTo>
                    <a:pt x="829602" y="19050"/>
                  </a:lnTo>
                  <a:lnTo>
                    <a:pt x="767321" y="19050"/>
                  </a:lnTo>
                  <a:lnTo>
                    <a:pt x="765086" y="19977"/>
                  </a:lnTo>
                  <a:lnTo>
                    <a:pt x="761377" y="23698"/>
                  </a:lnTo>
                  <a:lnTo>
                    <a:pt x="760437" y="25933"/>
                  </a:lnTo>
                  <a:lnTo>
                    <a:pt x="760437" y="31203"/>
                  </a:lnTo>
                  <a:lnTo>
                    <a:pt x="761377" y="33439"/>
                  </a:lnTo>
                  <a:lnTo>
                    <a:pt x="765086" y="37160"/>
                  </a:lnTo>
                  <a:lnTo>
                    <a:pt x="767321" y="38100"/>
                  </a:lnTo>
                  <a:lnTo>
                    <a:pt x="829602" y="38100"/>
                  </a:lnTo>
                  <a:lnTo>
                    <a:pt x="831850" y="37160"/>
                  </a:lnTo>
                  <a:lnTo>
                    <a:pt x="835558" y="33439"/>
                  </a:lnTo>
                  <a:lnTo>
                    <a:pt x="836485" y="31203"/>
                  </a:lnTo>
                  <a:lnTo>
                    <a:pt x="836485" y="25933"/>
                  </a:lnTo>
                  <a:close/>
                </a:path>
                <a:path w="1962784" h="57150">
                  <a:moveTo>
                    <a:pt x="931545" y="25933"/>
                  </a:moveTo>
                  <a:lnTo>
                    <a:pt x="930617" y="23698"/>
                  </a:lnTo>
                  <a:lnTo>
                    <a:pt x="926909" y="19977"/>
                  </a:lnTo>
                  <a:lnTo>
                    <a:pt x="924661" y="19050"/>
                  </a:lnTo>
                  <a:lnTo>
                    <a:pt x="862380" y="19050"/>
                  </a:lnTo>
                  <a:lnTo>
                    <a:pt x="860145" y="19977"/>
                  </a:lnTo>
                  <a:lnTo>
                    <a:pt x="856424" y="23698"/>
                  </a:lnTo>
                  <a:lnTo>
                    <a:pt x="855497" y="25933"/>
                  </a:lnTo>
                  <a:lnTo>
                    <a:pt x="855497" y="31203"/>
                  </a:lnTo>
                  <a:lnTo>
                    <a:pt x="856424" y="33439"/>
                  </a:lnTo>
                  <a:lnTo>
                    <a:pt x="860145" y="37160"/>
                  </a:lnTo>
                  <a:lnTo>
                    <a:pt x="862380" y="38100"/>
                  </a:lnTo>
                  <a:lnTo>
                    <a:pt x="924661" y="38100"/>
                  </a:lnTo>
                  <a:lnTo>
                    <a:pt x="926909" y="37160"/>
                  </a:lnTo>
                  <a:lnTo>
                    <a:pt x="930617" y="33439"/>
                  </a:lnTo>
                  <a:lnTo>
                    <a:pt x="931545" y="31203"/>
                  </a:lnTo>
                  <a:lnTo>
                    <a:pt x="931545" y="25933"/>
                  </a:lnTo>
                  <a:close/>
                </a:path>
                <a:path w="1962784" h="57150">
                  <a:moveTo>
                    <a:pt x="1026604" y="25933"/>
                  </a:moveTo>
                  <a:lnTo>
                    <a:pt x="1025677" y="23698"/>
                  </a:lnTo>
                  <a:lnTo>
                    <a:pt x="1021956" y="19977"/>
                  </a:lnTo>
                  <a:lnTo>
                    <a:pt x="1019721" y="19050"/>
                  </a:lnTo>
                  <a:lnTo>
                    <a:pt x="957440" y="19050"/>
                  </a:lnTo>
                  <a:lnTo>
                    <a:pt x="955192" y="19977"/>
                  </a:lnTo>
                  <a:lnTo>
                    <a:pt x="951484" y="23698"/>
                  </a:lnTo>
                  <a:lnTo>
                    <a:pt x="950556" y="25933"/>
                  </a:lnTo>
                  <a:lnTo>
                    <a:pt x="950556" y="31203"/>
                  </a:lnTo>
                  <a:lnTo>
                    <a:pt x="951484" y="33439"/>
                  </a:lnTo>
                  <a:lnTo>
                    <a:pt x="955192" y="37160"/>
                  </a:lnTo>
                  <a:lnTo>
                    <a:pt x="957440" y="38100"/>
                  </a:lnTo>
                  <a:lnTo>
                    <a:pt x="1019721" y="38100"/>
                  </a:lnTo>
                  <a:lnTo>
                    <a:pt x="1021956" y="37160"/>
                  </a:lnTo>
                  <a:lnTo>
                    <a:pt x="1025677" y="33439"/>
                  </a:lnTo>
                  <a:lnTo>
                    <a:pt x="1026604" y="31203"/>
                  </a:lnTo>
                  <a:lnTo>
                    <a:pt x="1026604" y="25933"/>
                  </a:lnTo>
                  <a:close/>
                </a:path>
                <a:path w="1962784" h="57150">
                  <a:moveTo>
                    <a:pt x="1121651" y="25933"/>
                  </a:moveTo>
                  <a:lnTo>
                    <a:pt x="1120724" y="23698"/>
                  </a:lnTo>
                  <a:lnTo>
                    <a:pt x="1117015" y="19977"/>
                  </a:lnTo>
                  <a:lnTo>
                    <a:pt x="1114780" y="19050"/>
                  </a:lnTo>
                  <a:lnTo>
                    <a:pt x="1052487" y="19050"/>
                  </a:lnTo>
                  <a:lnTo>
                    <a:pt x="1050251" y="19977"/>
                  </a:lnTo>
                  <a:lnTo>
                    <a:pt x="1046543" y="23698"/>
                  </a:lnTo>
                  <a:lnTo>
                    <a:pt x="1045616" y="25933"/>
                  </a:lnTo>
                  <a:lnTo>
                    <a:pt x="1045616" y="31203"/>
                  </a:lnTo>
                  <a:lnTo>
                    <a:pt x="1046543" y="33439"/>
                  </a:lnTo>
                  <a:lnTo>
                    <a:pt x="1050251" y="37160"/>
                  </a:lnTo>
                  <a:lnTo>
                    <a:pt x="1052487" y="38100"/>
                  </a:lnTo>
                  <a:lnTo>
                    <a:pt x="1114780" y="38100"/>
                  </a:lnTo>
                  <a:lnTo>
                    <a:pt x="1117015" y="37160"/>
                  </a:lnTo>
                  <a:lnTo>
                    <a:pt x="1120724" y="33439"/>
                  </a:lnTo>
                  <a:lnTo>
                    <a:pt x="1121651" y="31203"/>
                  </a:lnTo>
                  <a:lnTo>
                    <a:pt x="1121651" y="25933"/>
                  </a:lnTo>
                  <a:close/>
                </a:path>
                <a:path w="1962784" h="57150">
                  <a:moveTo>
                    <a:pt x="1216710" y="25933"/>
                  </a:moveTo>
                  <a:lnTo>
                    <a:pt x="1215783" y="23698"/>
                  </a:lnTo>
                  <a:lnTo>
                    <a:pt x="1212075" y="19977"/>
                  </a:lnTo>
                  <a:lnTo>
                    <a:pt x="1209827" y="19050"/>
                  </a:lnTo>
                  <a:lnTo>
                    <a:pt x="1147546" y="19050"/>
                  </a:lnTo>
                  <a:lnTo>
                    <a:pt x="1145311" y="19977"/>
                  </a:lnTo>
                  <a:lnTo>
                    <a:pt x="1141603" y="23698"/>
                  </a:lnTo>
                  <a:lnTo>
                    <a:pt x="1140663" y="25933"/>
                  </a:lnTo>
                  <a:lnTo>
                    <a:pt x="1140663" y="31203"/>
                  </a:lnTo>
                  <a:lnTo>
                    <a:pt x="1141603" y="33439"/>
                  </a:lnTo>
                  <a:lnTo>
                    <a:pt x="1145311" y="37160"/>
                  </a:lnTo>
                  <a:lnTo>
                    <a:pt x="1147546" y="38100"/>
                  </a:lnTo>
                  <a:lnTo>
                    <a:pt x="1209827" y="38100"/>
                  </a:lnTo>
                  <a:lnTo>
                    <a:pt x="1212075" y="37160"/>
                  </a:lnTo>
                  <a:lnTo>
                    <a:pt x="1215783" y="33439"/>
                  </a:lnTo>
                  <a:lnTo>
                    <a:pt x="1216710" y="31203"/>
                  </a:lnTo>
                  <a:lnTo>
                    <a:pt x="1216710" y="25933"/>
                  </a:lnTo>
                  <a:close/>
                </a:path>
                <a:path w="1962784" h="57150">
                  <a:moveTo>
                    <a:pt x="1311770" y="25933"/>
                  </a:moveTo>
                  <a:lnTo>
                    <a:pt x="1310843" y="23698"/>
                  </a:lnTo>
                  <a:lnTo>
                    <a:pt x="1307134" y="19977"/>
                  </a:lnTo>
                  <a:lnTo>
                    <a:pt x="1304886" y="19050"/>
                  </a:lnTo>
                  <a:lnTo>
                    <a:pt x="1242606" y="19050"/>
                  </a:lnTo>
                  <a:lnTo>
                    <a:pt x="1240370" y="19977"/>
                  </a:lnTo>
                  <a:lnTo>
                    <a:pt x="1236649" y="23698"/>
                  </a:lnTo>
                  <a:lnTo>
                    <a:pt x="1235722" y="25933"/>
                  </a:lnTo>
                  <a:lnTo>
                    <a:pt x="1235722" y="31203"/>
                  </a:lnTo>
                  <a:lnTo>
                    <a:pt x="1236649" y="33439"/>
                  </a:lnTo>
                  <a:lnTo>
                    <a:pt x="1240370" y="37160"/>
                  </a:lnTo>
                  <a:lnTo>
                    <a:pt x="1242606" y="38100"/>
                  </a:lnTo>
                  <a:lnTo>
                    <a:pt x="1304886" y="38100"/>
                  </a:lnTo>
                  <a:lnTo>
                    <a:pt x="1307134" y="37160"/>
                  </a:lnTo>
                  <a:lnTo>
                    <a:pt x="1310843" y="33439"/>
                  </a:lnTo>
                  <a:lnTo>
                    <a:pt x="1311770" y="31203"/>
                  </a:lnTo>
                  <a:lnTo>
                    <a:pt x="1311770" y="25933"/>
                  </a:lnTo>
                  <a:close/>
                </a:path>
                <a:path w="1962784" h="57150">
                  <a:moveTo>
                    <a:pt x="1406829" y="25933"/>
                  </a:moveTo>
                  <a:lnTo>
                    <a:pt x="1405902" y="23698"/>
                  </a:lnTo>
                  <a:lnTo>
                    <a:pt x="1402181" y="19977"/>
                  </a:lnTo>
                  <a:lnTo>
                    <a:pt x="1399946" y="19050"/>
                  </a:lnTo>
                  <a:lnTo>
                    <a:pt x="1337665" y="19050"/>
                  </a:lnTo>
                  <a:lnTo>
                    <a:pt x="1335417" y="19977"/>
                  </a:lnTo>
                  <a:lnTo>
                    <a:pt x="1331709" y="23698"/>
                  </a:lnTo>
                  <a:lnTo>
                    <a:pt x="1330782" y="25933"/>
                  </a:lnTo>
                  <a:lnTo>
                    <a:pt x="1330782" y="31203"/>
                  </a:lnTo>
                  <a:lnTo>
                    <a:pt x="1331709" y="33439"/>
                  </a:lnTo>
                  <a:lnTo>
                    <a:pt x="1335417" y="37160"/>
                  </a:lnTo>
                  <a:lnTo>
                    <a:pt x="1337665" y="38100"/>
                  </a:lnTo>
                  <a:lnTo>
                    <a:pt x="1399946" y="38100"/>
                  </a:lnTo>
                  <a:lnTo>
                    <a:pt x="1402181" y="37160"/>
                  </a:lnTo>
                  <a:lnTo>
                    <a:pt x="1405902" y="33439"/>
                  </a:lnTo>
                  <a:lnTo>
                    <a:pt x="1406829" y="31203"/>
                  </a:lnTo>
                  <a:lnTo>
                    <a:pt x="1406829" y="25933"/>
                  </a:lnTo>
                  <a:close/>
                </a:path>
                <a:path w="1962784" h="57150">
                  <a:moveTo>
                    <a:pt x="1501876" y="25933"/>
                  </a:moveTo>
                  <a:lnTo>
                    <a:pt x="1500949" y="23698"/>
                  </a:lnTo>
                  <a:lnTo>
                    <a:pt x="1497241" y="19977"/>
                  </a:lnTo>
                  <a:lnTo>
                    <a:pt x="1495005" y="19050"/>
                  </a:lnTo>
                  <a:lnTo>
                    <a:pt x="1432712" y="19050"/>
                  </a:lnTo>
                  <a:lnTo>
                    <a:pt x="1430477" y="19977"/>
                  </a:lnTo>
                  <a:lnTo>
                    <a:pt x="1426768" y="23698"/>
                  </a:lnTo>
                  <a:lnTo>
                    <a:pt x="1425841" y="25933"/>
                  </a:lnTo>
                  <a:lnTo>
                    <a:pt x="1425841" y="31203"/>
                  </a:lnTo>
                  <a:lnTo>
                    <a:pt x="1426768" y="33439"/>
                  </a:lnTo>
                  <a:lnTo>
                    <a:pt x="1430477" y="37160"/>
                  </a:lnTo>
                  <a:lnTo>
                    <a:pt x="1432712" y="38100"/>
                  </a:lnTo>
                  <a:lnTo>
                    <a:pt x="1495005" y="38100"/>
                  </a:lnTo>
                  <a:lnTo>
                    <a:pt x="1497241" y="37160"/>
                  </a:lnTo>
                  <a:lnTo>
                    <a:pt x="1500949" y="33439"/>
                  </a:lnTo>
                  <a:lnTo>
                    <a:pt x="1501876" y="31203"/>
                  </a:lnTo>
                  <a:lnTo>
                    <a:pt x="1501876" y="25933"/>
                  </a:lnTo>
                  <a:close/>
                </a:path>
                <a:path w="1962784" h="57150">
                  <a:moveTo>
                    <a:pt x="1596936" y="25933"/>
                  </a:moveTo>
                  <a:lnTo>
                    <a:pt x="1596009" y="23698"/>
                  </a:lnTo>
                  <a:lnTo>
                    <a:pt x="1592300" y="19977"/>
                  </a:lnTo>
                  <a:lnTo>
                    <a:pt x="1590052" y="19050"/>
                  </a:lnTo>
                  <a:lnTo>
                    <a:pt x="1527771" y="19050"/>
                  </a:lnTo>
                  <a:lnTo>
                    <a:pt x="1525536" y="19977"/>
                  </a:lnTo>
                  <a:lnTo>
                    <a:pt x="1521815" y="23698"/>
                  </a:lnTo>
                  <a:lnTo>
                    <a:pt x="1520888" y="25933"/>
                  </a:lnTo>
                  <a:lnTo>
                    <a:pt x="1520888" y="31203"/>
                  </a:lnTo>
                  <a:lnTo>
                    <a:pt x="1521815" y="33439"/>
                  </a:lnTo>
                  <a:lnTo>
                    <a:pt x="1525536" y="37160"/>
                  </a:lnTo>
                  <a:lnTo>
                    <a:pt x="1527771" y="38100"/>
                  </a:lnTo>
                  <a:lnTo>
                    <a:pt x="1590052" y="38100"/>
                  </a:lnTo>
                  <a:lnTo>
                    <a:pt x="1592300" y="37160"/>
                  </a:lnTo>
                  <a:lnTo>
                    <a:pt x="1596009" y="33439"/>
                  </a:lnTo>
                  <a:lnTo>
                    <a:pt x="1596936" y="31203"/>
                  </a:lnTo>
                  <a:lnTo>
                    <a:pt x="1596936" y="25933"/>
                  </a:lnTo>
                  <a:close/>
                </a:path>
                <a:path w="1962784" h="57150">
                  <a:moveTo>
                    <a:pt x="1691995" y="25933"/>
                  </a:moveTo>
                  <a:lnTo>
                    <a:pt x="1691068" y="23698"/>
                  </a:lnTo>
                  <a:lnTo>
                    <a:pt x="1687360" y="19977"/>
                  </a:lnTo>
                  <a:lnTo>
                    <a:pt x="1685112" y="19050"/>
                  </a:lnTo>
                  <a:lnTo>
                    <a:pt x="1622831" y="19050"/>
                  </a:lnTo>
                  <a:lnTo>
                    <a:pt x="1620596" y="19977"/>
                  </a:lnTo>
                  <a:lnTo>
                    <a:pt x="1616875" y="23698"/>
                  </a:lnTo>
                  <a:lnTo>
                    <a:pt x="1615948" y="25933"/>
                  </a:lnTo>
                  <a:lnTo>
                    <a:pt x="1615948" y="31203"/>
                  </a:lnTo>
                  <a:lnTo>
                    <a:pt x="1616875" y="33439"/>
                  </a:lnTo>
                  <a:lnTo>
                    <a:pt x="1620596" y="37160"/>
                  </a:lnTo>
                  <a:lnTo>
                    <a:pt x="1622831" y="38100"/>
                  </a:lnTo>
                  <a:lnTo>
                    <a:pt x="1685112" y="38100"/>
                  </a:lnTo>
                  <a:lnTo>
                    <a:pt x="1687360" y="37160"/>
                  </a:lnTo>
                  <a:lnTo>
                    <a:pt x="1691068" y="33439"/>
                  </a:lnTo>
                  <a:lnTo>
                    <a:pt x="1691995" y="31203"/>
                  </a:lnTo>
                  <a:lnTo>
                    <a:pt x="1691995" y="25933"/>
                  </a:lnTo>
                  <a:close/>
                </a:path>
                <a:path w="1962784" h="57150">
                  <a:moveTo>
                    <a:pt x="1787055" y="25933"/>
                  </a:moveTo>
                  <a:lnTo>
                    <a:pt x="1786128" y="23698"/>
                  </a:lnTo>
                  <a:lnTo>
                    <a:pt x="1782406" y="19977"/>
                  </a:lnTo>
                  <a:lnTo>
                    <a:pt x="1780171" y="19050"/>
                  </a:lnTo>
                  <a:lnTo>
                    <a:pt x="1717890" y="19050"/>
                  </a:lnTo>
                  <a:lnTo>
                    <a:pt x="1715643" y="19977"/>
                  </a:lnTo>
                  <a:lnTo>
                    <a:pt x="1711934" y="23698"/>
                  </a:lnTo>
                  <a:lnTo>
                    <a:pt x="1711007" y="25933"/>
                  </a:lnTo>
                  <a:lnTo>
                    <a:pt x="1711007" y="31203"/>
                  </a:lnTo>
                  <a:lnTo>
                    <a:pt x="1711934" y="33439"/>
                  </a:lnTo>
                  <a:lnTo>
                    <a:pt x="1715643" y="37160"/>
                  </a:lnTo>
                  <a:lnTo>
                    <a:pt x="1717890" y="38100"/>
                  </a:lnTo>
                  <a:lnTo>
                    <a:pt x="1780171" y="38100"/>
                  </a:lnTo>
                  <a:lnTo>
                    <a:pt x="1782406" y="37160"/>
                  </a:lnTo>
                  <a:lnTo>
                    <a:pt x="1786128" y="33439"/>
                  </a:lnTo>
                  <a:lnTo>
                    <a:pt x="1787055" y="31203"/>
                  </a:lnTo>
                  <a:lnTo>
                    <a:pt x="1787055" y="25933"/>
                  </a:lnTo>
                  <a:close/>
                </a:path>
                <a:path w="1962784" h="57150">
                  <a:moveTo>
                    <a:pt x="1882101" y="25933"/>
                  </a:moveTo>
                  <a:lnTo>
                    <a:pt x="1881174" y="23698"/>
                  </a:lnTo>
                  <a:lnTo>
                    <a:pt x="1877466" y="19977"/>
                  </a:lnTo>
                  <a:lnTo>
                    <a:pt x="1875231" y="19050"/>
                  </a:lnTo>
                  <a:lnTo>
                    <a:pt x="1812937" y="19050"/>
                  </a:lnTo>
                  <a:lnTo>
                    <a:pt x="1810702" y="19977"/>
                  </a:lnTo>
                  <a:lnTo>
                    <a:pt x="1806994" y="23698"/>
                  </a:lnTo>
                  <a:lnTo>
                    <a:pt x="1806067" y="25933"/>
                  </a:lnTo>
                  <a:lnTo>
                    <a:pt x="1806067" y="31203"/>
                  </a:lnTo>
                  <a:lnTo>
                    <a:pt x="1806994" y="33439"/>
                  </a:lnTo>
                  <a:lnTo>
                    <a:pt x="1810702" y="37160"/>
                  </a:lnTo>
                  <a:lnTo>
                    <a:pt x="1812937" y="38100"/>
                  </a:lnTo>
                  <a:lnTo>
                    <a:pt x="1875231" y="38100"/>
                  </a:lnTo>
                  <a:lnTo>
                    <a:pt x="1877466" y="37160"/>
                  </a:lnTo>
                  <a:lnTo>
                    <a:pt x="1881174" y="33439"/>
                  </a:lnTo>
                  <a:lnTo>
                    <a:pt x="1882101" y="31203"/>
                  </a:lnTo>
                  <a:lnTo>
                    <a:pt x="1882101" y="25933"/>
                  </a:lnTo>
                  <a:close/>
                </a:path>
                <a:path w="1962784" h="57150">
                  <a:moveTo>
                    <a:pt x="1962175" y="28575"/>
                  </a:moveTo>
                  <a:lnTo>
                    <a:pt x="1924151" y="0"/>
                  </a:lnTo>
                  <a:lnTo>
                    <a:pt x="1924151" y="25933"/>
                  </a:lnTo>
                  <a:lnTo>
                    <a:pt x="1923224" y="23698"/>
                  </a:lnTo>
                  <a:lnTo>
                    <a:pt x="1919503" y="19977"/>
                  </a:lnTo>
                  <a:lnTo>
                    <a:pt x="1917268" y="19050"/>
                  </a:lnTo>
                  <a:lnTo>
                    <a:pt x="1907997" y="19050"/>
                  </a:lnTo>
                  <a:lnTo>
                    <a:pt x="1905762" y="19977"/>
                  </a:lnTo>
                  <a:lnTo>
                    <a:pt x="1902040" y="23698"/>
                  </a:lnTo>
                  <a:lnTo>
                    <a:pt x="1901113" y="25933"/>
                  </a:lnTo>
                  <a:lnTo>
                    <a:pt x="1901113" y="31203"/>
                  </a:lnTo>
                  <a:lnTo>
                    <a:pt x="1902040" y="33439"/>
                  </a:lnTo>
                  <a:lnTo>
                    <a:pt x="1905762" y="37160"/>
                  </a:lnTo>
                  <a:lnTo>
                    <a:pt x="1907997" y="38100"/>
                  </a:lnTo>
                  <a:lnTo>
                    <a:pt x="1917268" y="38100"/>
                  </a:lnTo>
                  <a:lnTo>
                    <a:pt x="1919503" y="37160"/>
                  </a:lnTo>
                  <a:lnTo>
                    <a:pt x="1923224" y="33439"/>
                  </a:lnTo>
                  <a:lnTo>
                    <a:pt x="1924151" y="31203"/>
                  </a:lnTo>
                  <a:lnTo>
                    <a:pt x="1924151" y="57150"/>
                  </a:lnTo>
                  <a:lnTo>
                    <a:pt x="1962175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945297" y="523790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0"/>
                  </a:moveTo>
                  <a:lnTo>
                    <a:pt x="38022" y="28574"/>
                  </a:lnTo>
                  <a:lnTo>
                    <a:pt x="0" y="57149"/>
                  </a:lnTo>
                  <a:lnTo>
                    <a:pt x="0" y="0"/>
                  </a:lnTo>
                  <a:close/>
                </a:path>
              </a:pathLst>
            </a:custGeom>
            <a:ln w="190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6691" y="1"/>
            <a:ext cx="1523999" cy="144573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095251"/>
            <a:ext cx="1269494" cy="177164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946240" y="7351009"/>
            <a:ext cx="1654175" cy="1654175"/>
          </a:xfrm>
          <a:custGeom>
            <a:avLst/>
            <a:gdLst/>
            <a:ahLst/>
            <a:cxnLst/>
            <a:rect l="l" t="t" r="r" b="b"/>
            <a:pathLst>
              <a:path w="1654175" h="1654175">
                <a:moveTo>
                  <a:pt x="875435" y="1403"/>
                </a:moveTo>
                <a:lnTo>
                  <a:pt x="778267" y="1403"/>
                </a:lnTo>
                <a:lnTo>
                  <a:pt x="826851" y="0"/>
                </a:lnTo>
                <a:lnTo>
                  <a:pt x="875435" y="1403"/>
                </a:lnTo>
                <a:close/>
              </a:path>
              <a:path w="1654175" h="1654175">
                <a:moveTo>
                  <a:pt x="826867" y="1653703"/>
                </a:moveTo>
                <a:lnTo>
                  <a:pt x="778267" y="1652299"/>
                </a:lnTo>
                <a:lnTo>
                  <a:pt x="730422" y="1648140"/>
                </a:lnTo>
                <a:lnTo>
                  <a:pt x="683395" y="1641303"/>
                </a:lnTo>
                <a:lnTo>
                  <a:pt x="637261" y="1631865"/>
                </a:lnTo>
                <a:lnTo>
                  <a:pt x="592100" y="1619905"/>
                </a:lnTo>
                <a:lnTo>
                  <a:pt x="547988" y="1605499"/>
                </a:lnTo>
                <a:lnTo>
                  <a:pt x="505003" y="1588725"/>
                </a:lnTo>
                <a:lnTo>
                  <a:pt x="463222" y="1569661"/>
                </a:lnTo>
                <a:lnTo>
                  <a:pt x="422724" y="1548384"/>
                </a:lnTo>
                <a:lnTo>
                  <a:pt x="383585" y="1524972"/>
                </a:lnTo>
                <a:lnTo>
                  <a:pt x="345884" y="1499503"/>
                </a:lnTo>
                <a:lnTo>
                  <a:pt x="309697" y="1472053"/>
                </a:lnTo>
                <a:lnTo>
                  <a:pt x="275103" y="1442701"/>
                </a:lnTo>
                <a:lnTo>
                  <a:pt x="242178" y="1411524"/>
                </a:lnTo>
                <a:lnTo>
                  <a:pt x="211001" y="1378599"/>
                </a:lnTo>
                <a:lnTo>
                  <a:pt x="181649" y="1344005"/>
                </a:lnTo>
                <a:lnTo>
                  <a:pt x="154199" y="1307818"/>
                </a:lnTo>
                <a:lnTo>
                  <a:pt x="128730" y="1270117"/>
                </a:lnTo>
                <a:lnTo>
                  <a:pt x="105318" y="1230978"/>
                </a:lnTo>
                <a:lnTo>
                  <a:pt x="84041" y="1190480"/>
                </a:lnTo>
                <a:lnTo>
                  <a:pt x="64977" y="1148699"/>
                </a:lnTo>
                <a:lnTo>
                  <a:pt x="48203" y="1105714"/>
                </a:lnTo>
                <a:lnTo>
                  <a:pt x="33797" y="1061602"/>
                </a:lnTo>
                <a:lnTo>
                  <a:pt x="21837" y="1016441"/>
                </a:lnTo>
                <a:lnTo>
                  <a:pt x="12399" y="970308"/>
                </a:lnTo>
                <a:lnTo>
                  <a:pt x="5562" y="923280"/>
                </a:lnTo>
                <a:lnTo>
                  <a:pt x="1403" y="875435"/>
                </a:lnTo>
                <a:lnTo>
                  <a:pt x="0" y="826873"/>
                </a:lnTo>
                <a:lnTo>
                  <a:pt x="1403" y="778268"/>
                </a:lnTo>
                <a:lnTo>
                  <a:pt x="5562" y="730423"/>
                </a:lnTo>
                <a:lnTo>
                  <a:pt x="12399" y="683395"/>
                </a:lnTo>
                <a:lnTo>
                  <a:pt x="21837" y="637262"/>
                </a:lnTo>
                <a:lnTo>
                  <a:pt x="33797" y="592101"/>
                </a:lnTo>
                <a:lnTo>
                  <a:pt x="48203" y="547988"/>
                </a:lnTo>
                <a:lnTo>
                  <a:pt x="64977" y="505003"/>
                </a:lnTo>
                <a:lnTo>
                  <a:pt x="84041" y="463223"/>
                </a:lnTo>
                <a:lnTo>
                  <a:pt x="105318" y="422725"/>
                </a:lnTo>
                <a:lnTo>
                  <a:pt x="128730" y="383586"/>
                </a:lnTo>
                <a:lnTo>
                  <a:pt x="154199" y="345885"/>
                </a:lnTo>
                <a:lnTo>
                  <a:pt x="181649" y="309698"/>
                </a:lnTo>
                <a:lnTo>
                  <a:pt x="211001" y="275103"/>
                </a:lnTo>
                <a:lnTo>
                  <a:pt x="242178" y="242179"/>
                </a:lnTo>
                <a:lnTo>
                  <a:pt x="275103" y="211002"/>
                </a:lnTo>
                <a:lnTo>
                  <a:pt x="309697" y="181650"/>
                </a:lnTo>
                <a:lnTo>
                  <a:pt x="345884" y="154200"/>
                </a:lnTo>
                <a:lnTo>
                  <a:pt x="383585" y="128730"/>
                </a:lnTo>
                <a:lnTo>
                  <a:pt x="422724" y="105319"/>
                </a:lnTo>
                <a:lnTo>
                  <a:pt x="463222" y="84042"/>
                </a:lnTo>
                <a:lnTo>
                  <a:pt x="505003" y="64978"/>
                </a:lnTo>
                <a:lnTo>
                  <a:pt x="547988" y="48204"/>
                </a:lnTo>
                <a:lnTo>
                  <a:pt x="592100" y="33798"/>
                </a:lnTo>
                <a:lnTo>
                  <a:pt x="637261" y="21837"/>
                </a:lnTo>
                <a:lnTo>
                  <a:pt x="683395" y="12400"/>
                </a:lnTo>
                <a:lnTo>
                  <a:pt x="730422" y="5562"/>
                </a:lnTo>
                <a:lnTo>
                  <a:pt x="778267" y="1403"/>
                </a:lnTo>
                <a:lnTo>
                  <a:pt x="875435" y="1403"/>
                </a:lnTo>
                <a:lnTo>
                  <a:pt x="923279" y="5562"/>
                </a:lnTo>
                <a:lnTo>
                  <a:pt x="970307" y="12400"/>
                </a:lnTo>
                <a:lnTo>
                  <a:pt x="1016440" y="21837"/>
                </a:lnTo>
                <a:lnTo>
                  <a:pt x="1061602" y="33798"/>
                </a:lnTo>
                <a:lnTo>
                  <a:pt x="1105714" y="48204"/>
                </a:lnTo>
                <a:lnTo>
                  <a:pt x="1148699" y="64978"/>
                </a:lnTo>
                <a:lnTo>
                  <a:pt x="1190479" y="84042"/>
                </a:lnTo>
                <a:lnTo>
                  <a:pt x="1230977" y="105319"/>
                </a:lnTo>
                <a:lnTo>
                  <a:pt x="1270116" y="128730"/>
                </a:lnTo>
                <a:lnTo>
                  <a:pt x="1307817" y="154200"/>
                </a:lnTo>
                <a:lnTo>
                  <a:pt x="1344004" y="181650"/>
                </a:lnTo>
                <a:lnTo>
                  <a:pt x="1378598" y="211002"/>
                </a:lnTo>
                <a:lnTo>
                  <a:pt x="1411523" y="242179"/>
                </a:lnTo>
                <a:lnTo>
                  <a:pt x="1442700" y="275103"/>
                </a:lnTo>
                <a:lnTo>
                  <a:pt x="1472052" y="309698"/>
                </a:lnTo>
                <a:lnTo>
                  <a:pt x="1499502" y="345885"/>
                </a:lnTo>
                <a:lnTo>
                  <a:pt x="1524971" y="383586"/>
                </a:lnTo>
                <a:lnTo>
                  <a:pt x="1548383" y="422725"/>
                </a:lnTo>
                <a:lnTo>
                  <a:pt x="1569660" y="463223"/>
                </a:lnTo>
                <a:lnTo>
                  <a:pt x="1588724" y="505003"/>
                </a:lnTo>
                <a:lnTo>
                  <a:pt x="1605498" y="547988"/>
                </a:lnTo>
                <a:lnTo>
                  <a:pt x="1619904" y="592101"/>
                </a:lnTo>
                <a:lnTo>
                  <a:pt x="1631864" y="637262"/>
                </a:lnTo>
                <a:lnTo>
                  <a:pt x="1641302" y="683395"/>
                </a:lnTo>
                <a:lnTo>
                  <a:pt x="1648139" y="730423"/>
                </a:lnTo>
                <a:lnTo>
                  <a:pt x="1652298" y="778268"/>
                </a:lnTo>
                <a:lnTo>
                  <a:pt x="1653701" y="826873"/>
                </a:lnTo>
                <a:lnTo>
                  <a:pt x="1652298" y="875435"/>
                </a:lnTo>
                <a:lnTo>
                  <a:pt x="1648139" y="923280"/>
                </a:lnTo>
                <a:lnTo>
                  <a:pt x="1641302" y="970308"/>
                </a:lnTo>
                <a:lnTo>
                  <a:pt x="1631864" y="1016441"/>
                </a:lnTo>
                <a:lnTo>
                  <a:pt x="1619904" y="1061602"/>
                </a:lnTo>
                <a:lnTo>
                  <a:pt x="1605498" y="1105714"/>
                </a:lnTo>
                <a:lnTo>
                  <a:pt x="1588724" y="1148699"/>
                </a:lnTo>
                <a:lnTo>
                  <a:pt x="1569660" y="1190480"/>
                </a:lnTo>
                <a:lnTo>
                  <a:pt x="1548383" y="1230978"/>
                </a:lnTo>
                <a:lnTo>
                  <a:pt x="1524971" y="1270117"/>
                </a:lnTo>
                <a:lnTo>
                  <a:pt x="1499502" y="1307818"/>
                </a:lnTo>
                <a:lnTo>
                  <a:pt x="1472052" y="1344005"/>
                </a:lnTo>
                <a:lnTo>
                  <a:pt x="1442700" y="1378599"/>
                </a:lnTo>
                <a:lnTo>
                  <a:pt x="1411523" y="1411524"/>
                </a:lnTo>
                <a:lnTo>
                  <a:pt x="1378598" y="1442701"/>
                </a:lnTo>
                <a:lnTo>
                  <a:pt x="1344004" y="1472053"/>
                </a:lnTo>
                <a:lnTo>
                  <a:pt x="1307817" y="1499503"/>
                </a:lnTo>
                <a:lnTo>
                  <a:pt x="1270116" y="1524972"/>
                </a:lnTo>
                <a:lnTo>
                  <a:pt x="1230977" y="1548384"/>
                </a:lnTo>
                <a:lnTo>
                  <a:pt x="1190479" y="1569661"/>
                </a:lnTo>
                <a:lnTo>
                  <a:pt x="1148699" y="1588725"/>
                </a:lnTo>
                <a:lnTo>
                  <a:pt x="1105714" y="1605499"/>
                </a:lnTo>
                <a:lnTo>
                  <a:pt x="1061602" y="1619905"/>
                </a:lnTo>
                <a:lnTo>
                  <a:pt x="1016440" y="1631865"/>
                </a:lnTo>
                <a:lnTo>
                  <a:pt x="970307" y="1641303"/>
                </a:lnTo>
                <a:lnTo>
                  <a:pt x="923279" y="1648140"/>
                </a:lnTo>
                <a:lnTo>
                  <a:pt x="875435" y="1652299"/>
                </a:lnTo>
                <a:lnTo>
                  <a:pt x="826867" y="165370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627479" y="7351009"/>
            <a:ext cx="1654175" cy="1654175"/>
          </a:xfrm>
          <a:custGeom>
            <a:avLst/>
            <a:gdLst/>
            <a:ahLst/>
            <a:cxnLst/>
            <a:rect l="l" t="t" r="r" b="b"/>
            <a:pathLst>
              <a:path w="1654175" h="1654175">
                <a:moveTo>
                  <a:pt x="875434" y="1403"/>
                </a:moveTo>
                <a:lnTo>
                  <a:pt x="778267" y="1403"/>
                </a:lnTo>
                <a:lnTo>
                  <a:pt x="826851" y="0"/>
                </a:lnTo>
                <a:lnTo>
                  <a:pt x="875434" y="1403"/>
                </a:lnTo>
                <a:close/>
              </a:path>
              <a:path w="1654175" h="1654175">
                <a:moveTo>
                  <a:pt x="826867" y="1653703"/>
                </a:moveTo>
                <a:lnTo>
                  <a:pt x="778267" y="1652299"/>
                </a:lnTo>
                <a:lnTo>
                  <a:pt x="730422" y="1648140"/>
                </a:lnTo>
                <a:lnTo>
                  <a:pt x="683394" y="1641303"/>
                </a:lnTo>
                <a:lnTo>
                  <a:pt x="637261" y="1631865"/>
                </a:lnTo>
                <a:lnTo>
                  <a:pt x="592099" y="1619905"/>
                </a:lnTo>
                <a:lnTo>
                  <a:pt x="547987" y="1605499"/>
                </a:lnTo>
                <a:lnTo>
                  <a:pt x="505002" y="1588725"/>
                </a:lnTo>
                <a:lnTo>
                  <a:pt x="463222" y="1569661"/>
                </a:lnTo>
                <a:lnTo>
                  <a:pt x="422723" y="1548384"/>
                </a:lnTo>
                <a:lnTo>
                  <a:pt x="383585" y="1524972"/>
                </a:lnTo>
                <a:lnTo>
                  <a:pt x="345883" y="1499503"/>
                </a:lnTo>
                <a:lnTo>
                  <a:pt x="309697" y="1472053"/>
                </a:lnTo>
                <a:lnTo>
                  <a:pt x="275102" y="1442701"/>
                </a:lnTo>
                <a:lnTo>
                  <a:pt x="242178" y="1411524"/>
                </a:lnTo>
                <a:lnTo>
                  <a:pt x="211001" y="1378599"/>
                </a:lnTo>
                <a:lnTo>
                  <a:pt x="181648" y="1344005"/>
                </a:lnTo>
                <a:lnTo>
                  <a:pt x="154199" y="1307818"/>
                </a:lnTo>
                <a:lnTo>
                  <a:pt x="128729" y="1270117"/>
                </a:lnTo>
                <a:lnTo>
                  <a:pt x="105317" y="1230978"/>
                </a:lnTo>
                <a:lnTo>
                  <a:pt x="84041" y="1190480"/>
                </a:lnTo>
                <a:lnTo>
                  <a:pt x="64977" y="1148699"/>
                </a:lnTo>
                <a:lnTo>
                  <a:pt x="48203" y="1105714"/>
                </a:lnTo>
                <a:lnTo>
                  <a:pt x="33797" y="1061602"/>
                </a:lnTo>
                <a:lnTo>
                  <a:pt x="21836" y="1016441"/>
                </a:lnTo>
                <a:lnTo>
                  <a:pt x="12399" y="970308"/>
                </a:lnTo>
                <a:lnTo>
                  <a:pt x="5561" y="923280"/>
                </a:lnTo>
                <a:lnTo>
                  <a:pt x="1402" y="875435"/>
                </a:lnTo>
                <a:lnTo>
                  <a:pt x="0" y="826883"/>
                </a:lnTo>
                <a:lnTo>
                  <a:pt x="1402" y="778268"/>
                </a:lnTo>
                <a:lnTo>
                  <a:pt x="5561" y="730423"/>
                </a:lnTo>
                <a:lnTo>
                  <a:pt x="12399" y="683395"/>
                </a:lnTo>
                <a:lnTo>
                  <a:pt x="21836" y="637262"/>
                </a:lnTo>
                <a:lnTo>
                  <a:pt x="33797" y="592101"/>
                </a:lnTo>
                <a:lnTo>
                  <a:pt x="48203" y="547988"/>
                </a:lnTo>
                <a:lnTo>
                  <a:pt x="64977" y="505003"/>
                </a:lnTo>
                <a:lnTo>
                  <a:pt x="84041" y="463223"/>
                </a:lnTo>
                <a:lnTo>
                  <a:pt x="105317" y="422725"/>
                </a:lnTo>
                <a:lnTo>
                  <a:pt x="128729" y="383586"/>
                </a:lnTo>
                <a:lnTo>
                  <a:pt x="154199" y="345885"/>
                </a:lnTo>
                <a:lnTo>
                  <a:pt x="181648" y="309698"/>
                </a:lnTo>
                <a:lnTo>
                  <a:pt x="211001" y="275103"/>
                </a:lnTo>
                <a:lnTo>
                  <a:pt x="242178" y="242179"/>
                </a:lnTo>
                <a:lnTo>
                  <a:pt x="275102" y="211002"/>
                </a:lnTo>
                <a:lnTo>
                  <a:pt x="309697" y="181650"/>
                </a:lnTo>
                <a:lnTo>
                  <a:pt x="345883" y="154200"/>
                </a:lnTo>
                <a:lnTo>
                  <a:pt x="383585" y="128730"/>
                </a:lnTo>
                <a:lnTo>
                  <a:pt x="422723" y="105319"/>
                </a:lnTo>
                <a:lnTo>
                  <a:pt x="463222" y="84042"/>
                </a:lnTo>
                <a:lnTo>
                  <a:pt x="505002" y="64978"/>
                </a:lnTo>
                <a:lnTo>
                  <a:pt x="547987" y="48204"/>
                </a:lnTo>
                <a:lnTo>
                  <a:pt x="592099" y="33798"/>
                </a:lnTo>
                <a:lnTo>
                  <a:pt x="637261" y="21837"/>
                </a:lnTo>
                <a:lnTo>
                  <a:pt x="683394" y="12400"/>
                </a:lnTo>
                <a:lnTo>
                  <a:pt x="730422" y="5562"/>
                </a:lnTo>
                <a:lnTo>
                  <a:pt x="778267" y="1403"/>
                </a:lnTo>
                <a:lnTo>
                  <a:pt x="875434" y="1403"/>
                </a:lnTo>
                <a:lnTo>
                  <a:pt x="923279" y="5562"/>
                </a:lnTo>
                <a:lnTo>
                  <a:pt x="970306" y="12400"/>
                </a:lnTo>
                <a:lnTo>
                  <a:pt x="1016440" y="21837"/>
                </a:lnTo>
                <a:lnTo>
                  <a:pt x="1061601" y="33798"/>
                </a:lnTo>
                <a:lnTo>
                  <a:pt x="1105713" y="48204"/>
                </a:lnTo>
                <a:lnTo>
                  <a:pt x="1148698" y="64978"/>
                </a:lnTo>
                <a:lnTo>
                  <a:pt x="1190479" y="84042"/>
                </a:lnTo>
                <a:lnTo>
                  <a:pt x="1230977" y="105319"/>
                </a:lnTo>
                <a:lnTo>
                  <a:pt x="1270116" y="128730"/>
                </a:lnTo>
                <a:lnTo>
                  <a:pt x="1307817" y="154200"/>
                </a:lnTo>
                <a:lnTo>
                  <a:pt x="1344004" y="181650"/>
                </a:lnTo>
                <a:lnTo>
                  <a:pt x="1378598" y="211002"/>
                </a:lnTo>
                <a:lnTo>
                  <a:pt x="1411523" y="242179"/>
                </a:lnTo>
                <a:lnTo>
                  <a:pt x="1442700" y="275103"/>
                </a:lnTo>
                <a:lnTo>
                  <a:pt x="1472052" y="309698"/>
                </a:lnTo>
                <a:lnTo>
                  <a:pt x="1499502" y="345885"/>
                </a:lnTo>
                <a:lnTo>
                  <a:pt x="1524971" y="383586"/>
                </a:lnTo>
                <a:lnTo>
                  <a:pt x="1548383" y="422725"/>
                </a:lnTo>
                <a:lnTo>
                  <a:pt x="1569660" y="463223"/>
                </a:lnTo>
                <a:lnTo>
                  <a:pt x="1588724" y="505003"/>
                </a:lnTo>
                <a:lnTo>
                  <a:pt x="1605498" y="547988"/>
                </a:lnTo>
                <a:lnTo>
                  <a:pt x="1619904" y="592101"/>
                </a:lnTo>
                <a:lnTo>
                  <a:pt x="1631864" y="637262"/>
                </a:lnTo>
                <a:lnTo>
                  <a:pt x="1641302" y="683395"/>
                </a:lnTo>
                <a:lnTo>
                  <a:pt x="1648139" y="730423"/>
                </a:lnTo>
                <a:lnTo>
                  <a:pt x="1652299" y="778268"/>
                </a:lnTo>
                <a:lnTo>
                  <a:pt x="1653701" y="826820"/>
                </a:lnTo>
                <a:lnTo>
                  <a:pt x="1652299" y="875435"/>
                </a:lnTo>
                <a:lnTo>
                  <a:pt x="1648139" y="923280"/>
                </a:lnTo>
                <a:lnTo>
                  <a:pt x="1641302" y="970308"/>
                </a:lnTo>
                <a:lnTo>
                  <a:pt x="1631864" y="1016441"/>
                </a:lnTo>
                <a:lnTo>
                  <a:pt x="1619904" y="1061602"/>
                </a:lnTo>
                <a:lnTo>
                  <a:pt x="1605498" y="1105714"/>
                </a:lnTo>
                <a:lnTo>
                  <a:pt x="1588724" y="1148699"/>
                </a:lnTo>
                <a:lnTo>
                  <a:pt x="1569660" y="1190480"/>
                </a:lnTo>
                <a:lnTo>
                  <a:pt x="1548383" y="1230978"/>
                </a:lnTo>
                <a:lnTo>
                  <a:pt x="1524971" y="1270117"/>
                </a:lnTo>
                <a:lnTo>
                  <a:pt x="1499502" y="1307818"/>
                </a:lnTo>
                <a:lnTo>
                  <a:pt x="1472052" y="1344005"/>
                </a:lnTo>
                <a:lnTo>
                  <a:pt x="1442700" y="1378599"/>
                </a:lnTo>
                <a:lnTo>
                  <a:pt x="1411523" y="1411524"/>
                </a:lnTo>
                <a:lnTo>
                  <a:pt x="1378598" y="1442701"/>
                </a:lnTo>
                <a:lnTo>
                  <a:pt x="1344004" y="1472053"/>
                </a:lnTo>
                <a:lnTo>
                  <a:pt x="1307817" y="1499503"/>
                </a:lnTo>
                <a:lnTo>
                  <a:pt x="1270116" y="1524972"/>
                </a:lnTo>
                <a:lnTo>
                  <a:pt x="1230977" y="1548384"/>
                </a:lnTo>
                <a:lnTo>
                  <a:pt x="1190479" y="1569661"/>
                </a:lnTo>
                <a:lnTo>
                  <a:pt x="1148698" y="1588725"/>
                </a:lnTo>
                <a:lnTo>
                  <a:pt x="1105713" y="1605499"/>
                </a:lnTo>
                <a:lnTo>
                  <a:pt x="1061601" y="1619905"/>
                </a:lnTo>
                <a:lnTo>
                  <a:pt x="1016440" y="1631865"/>
                </a:lnTo>
                <a:lnTo>
                  <a:pt x="970306" y="1641303"/>
                </a:lnTo>
                <a:lnTo>
                  <a:pt x="923279" y="1648140"/>
                </a:lnTo>
                <a:lnTo>
                  <a:pt x="875434" y="1652299"/>
                </a:lnTo>
                <a:lnTo>
                  <a:pt x="826867" y="165370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308722" y="7351009"/>
            <a:ext cx="1654175" cy="1654175"/>
          </a:xfrm>
          <a:custGeom>
            <a:avLst/>
            <a:gdLst/>
            <a:ahLst/>
            <a:cxnLst/>
            <a:rect l="l" t="t" r="r" b="b"/>
            <a:pathLst>
              <a:path w="1654175" h="1654175">
                <a:moveTo>
                  <a:pt x="875434" y="1403"/>
                </a:moveTo>
                <a:lnTo>
                  <a:pt x="778267" y="1403"/>
                </a:lnTo>
                <a:lnTo>
                  <a:pt x="826850" y="0"/>
                </a:lnTo>
                <a:lnTo>
                  <a:pt x="875434" y="1403"/>
                </a:lnTo>
                <a:close/>
              </a:path>
              <a:path w="1654175" h="1654175">
                <a:moveTo>
                  <a:pt x="826867" y="1653703"/>
                </a:moveTo>
                <a:lnTo>
                  <a:pt x="778267" y="1652299"/>
                </a:lnTo>
                <a:lnTo>
                  <a:pt x="730422" y="1648140"/>
                </a:lnTo>
                <a:lnTo>
                  <a:pt x="683394" y="1641303"/>
                </a:lnTo>
                <a:lnTo>
                  <a:pt x="637261" y="1631865"/>
                </a:lnTo>
                <a:lnTo>
                  <a:pt x="592099" y="1619905"/>
                </a:lnTo>
                <a:lnTo>
                  <a:pt x="547987" y="1605499"/>
                </a:lnTo>
                <a:lnTo>
                  <a:pt x="505002" y="1588725"/>
                </a:lnTo>
                <a:lnTo>
                  <a:pt x="463222" y="1569661"/>
                </a:lnTo>
                <a:lnTo>
                  <a:pt x="422723" y="1548384"/>
                </a:lnTo>
                <a:lnTo>
                  <a:pt x="383585" y="1524972"/>
                </a:lnTo>
                <a:lnTo>
                  <a:pt x="345883" y="1499503"/>
                </a:lnTo>
                <a:lnTo>
                  <a:pt x="309697" y="1472053"/>
                </a:lnTo>
                <a:lnTo>
                  <a:pt x="275102" y="1442701"/>
                </a:lnTo>
                <a:lnTo>
                  <a:pt x="242178" y="1411524"/>
                </a:lnTo>
                <a:lnTo>
                  <a:pt x="211001" y="1378599"/>
                </a:lnTo>
                <a:lnTo>
                  <a:pt x="181649" y="1344005"/>
                </a:lnTo>
                <a:lnTo>
                  <a:pt x="154199" y="1307818"/>
                </a:lnTo>
                <a:lnTo>
                  <a:pt x="128729" y="1270117"/>
                </a:lnTo>
                <a:lnTo>
                  <a:pt x="105318" y="1230978"/>
                </a:lnTo>
                <a:lnTo>
                  <a:pt x="84041" y="1190480"/>
                </a:lnTo>
                <a:lnTo>
                  <a:pt x="64977" y="1148699"/>
                </a:lnTo>
                <a:lnTo>
                  <a:pt x="48203" y="1105714"/>
                </a:lnTo>
                <a:lnTo>
                  <a:pt x="33797" y="1061602"/>
                </a:lnTo>
                <a:lnTo>
                  <a:pt x="21836" y="1016441"/>
                </a:lnTo>
                <a:lnTo>
                  <a:pt x="12399" y="970308"/>
                </a:lnTo>
                <a:lnTo>
                  <a:pt x="5562" y="923280"/>
                </a:lnTo>
                <a:lnTo>
                  <a:pt x="1402" y="875435"/>
                </a:lnTo>
                <a:lnTo>
                  <a:pt x="0" y="826825"/>
                </a:lnTo>
                <a:lnTo>
                  <a:pt x="1402" y="778268"/>
                </a:lnTo>
                <a:lnTo>
                  <a:pt x="5562" y="730423"/>
                </a:lnTo>
                <a:lnTo>
                  <a:pt x="12399" y="683395"/>
                </a:lnTo>
                <a:lnTo>
                  <a:pt x="21836" y="637262"/>
                </a:lnTo>
                <a:lnTo>
                  <a:pt x="33797" y="592101"/>
                </a:lnTo>
                <a:lnTo>
                  <a:pt x="48203" y="547988"/>
                </a:lnTo>
                <a:lnTo>
                  <a:pt x="64977" y="505003"/>
                </a:lnTo>
                <a:lnTo>
                  <a:pt x="84041" y="463223"/>
                </a:lnTo>
                <a:lnTo>
                  <a:pt x="105318" y="422725"/>
                </a:lnTo>
                <a:lnTo>
                  <a:pt x="128729" y="383586"/>
                </a:lnTo>
                <a:lnTo>
                  <a:pt x="154199" y="345885"/>
                </a:lnTo>
                <a:lnTo>
                  <a:pt x="181649" y="309698"/>
                </a:lnTo>
                <a:lnTo>
                  <a:pt x="211001" y="275103"/>
                </a:lnTo>
                <a:lnTo>
                  <a:pt x="242178" y="242179"/>
                </a:lnTo>
                <a:lnTo>
                  <a:pt x="275102" y="211002"/>
                </a:lnTo>
                <a:lnTo>
                  <a:pt x="309697" y="181650"/>
                </a:lnTo>
                <a:lnTo>
                  <a:pt x="345883" y="154200"/>
                </a:lnTo>
                <a:lnTo>
                  <a:pt x="383585" y="128730"/>
                </a:lnTo>
                <a:lnTo>
                  <a:pt x="422723" y="105319"/>
                </a:lnTo>
                <a:lnTo>
                  <a:pt x="463222" y="84042"/>
                </a:lnTo>
                <a:lnTo>
                  <a:pt x="505002" y="64978"/>
                </a:lnTo>
                <a:lnTo>
                  <a:pt x="547987" y="48204"/>
                </a:lnTo>
                <a:lnTo>
                  <a:pt x="592099" y="33798"/>
                </a:lnTo>
                <a:lnTo>
                  <a:pt x="637261" y="21837"/>
                </a:lnTo>
                <a:lnTo>
                  <a:pt x="683394" y="12400"/>
                </a:lnTo>
                <a:lnTo>
                  <a:pt x="730422" y="5562"/>
                </a:lnTo>
                <a:lnTo>
                  <a:pt x="778267" y="1403"/>
                </a:lnTo>
                <a:lnTo>
                  <a:pt x="875434" y="1403"/>
                </a:lnTo>
                <a:lnTo>
                  <a:pt x="923279" y="5562"/>
                </a:lnTo>
                <a:lnTo>
                  <a:pt x="970306" y="12400"/>
                </a:lnTo>
                <a:lnTo>
                  <a:pt x="1016440" y="21837"/>
                </a:lnTo>
                <a:lnTo>
                  <a:pt x="1061601" y="33798"/>
                </a:lnTo>
                <a:lnTo>
                  <a:pt x="1105713" y="48204"/>
                </a:lnTo>
                <a:lnTo>
                  <a:pt x="1148698" y="64978"/>
                </a:lnTo>
                <a:lnTo>
                  <a:pt x="1190479" y="84042"/>
                </a:lnTo>
                <a:lnTo>
                  <a:pt x="1230977" y="105319"/>
                </a:lnTo>
                <a:lnTo>
                  <a:pt x="1270116" y="128730"/>
                </a:lnTo>
                <a:lnTo>
                  <a:pt x="1307817" y="154200"/>
                </a:lnTo>
                <a:lnTo>
                  <a:pt x="1344004" y="181650"/>
                </a:lnTo>
                <a:lnTo>
                  <a:pt x="1378598" y="211002"/>
                </a:lnTo>
                <a:lnTo>
                  <a:pt x="1411523" y="242179"/>
                </a:lnTo>
                <a:lnTo>
                  <a:pt x="1442700" y="275103"/>
                </a:lnTo>
                <a:lnTo>
                  <a:pt x="1472052" y="309698"/>
                </a:lnTo>
                <a:lnTo>
                  <a:pt x="1499502" y="345885"/>
                </a:lnTo>
                <a:lnTo>
                  <a:pt x="1524971" y="383586"/>
                </a:lnTo>
                <a:lnTo>
                  <a:pt x="1548383" y="422725"/>
                </a:lnTo>
                <a:lnTo>
                  <a:pt x="1569660" y="463223"/>
                </a:lnTo>
                <a:lnTo>
                  <a:pt x="1588724" y="505003"/>
                </a:lnTo>
                <a:lnTo>
                  <a:pt x="1605498" y="547988"/>
                </a:lnTo>
                <a:lnTo>
                  <a:pt x="1619904" y="592101"/>
                </a:lnTo>
                <a:lnTo>
                  <a:pt x="1631865" y="637262"/>
                </a:lnTo>
                <a:lnTo>
                  <a:pt x="1641302" y="683395"/>
                </a:lnTo>
                <a:lnTo>
                  <a:pt x="1648139" y="730423"/>
                </a:lnTo>
                <a:lnTo>
                  <a:pt x="1652299" y="778268"/>
                </a:lnTo>
                <a:lnTo>
                  <a:pt x="1653701" y="826851"/>
                </a:lnTo>
                <a:lnTo>
                  <a:pt x="1652299" y="875435"/>
                </a:lnTo>
                <a:lnTo>
                  <a:pt x="1648139" y="923280"/>
                </a:lnTo>
                <a:lnTo>
                  <a:pt x="1641302" y="970308"/>
                </a:lnTo>
                <a:lnTo>
                  <a:pt x="1631865" y="1016441"/>
                </a:lnTo>
                <a:lnTo>
                  <a:pt x="1619904" y="1061602"/>
                </a:lnTo>
                <a:lnTo>
                  <a:pt x="1605498" y="1105714"/>
                </a:lnTo>
                <a:lnTo>
                  <a:pt x="1588724" y="1148699"/>
                </a:lnTo>
                <a:lnTo>
                  <a:pt x="1569660" y="1190480"/>
                </a:lnTo>
                <a:lnTo>
                  <a:pt x="1548383" y="1230978"/>
                </a:lnTo>
                <a:lnTo>
                  <a:pt x="1524971" y="1270117"/>
                </a:lnTo>
                <a:lnTo>
                  <a:pt x="1499502" y="1307818"/>
                </a:lnTo>
                <a:lnTo>
                  <a:pt x="1472052" y="1344005"/>
                </a:lnTo>
                <a:lnTo>
                  <a:pt x="1442700" y="1378599"/>
                </a:lnTo>
                <a:lnTo>
                  <a:pt x="1411523" y="1411524"/>
                </a:lnTo>
                <a:lnTo>
                  <a:pt x="1378598" y="1442701"/>
                </a:lnTo>
                <a:lnTo>
                  <a:pt x="1344004" y="1472053"/>
                </a:lnTo>
                <a:lnTo>
                  <a:pt x="1307817" y="1499503"/>
                </a:lnTo>
                <a:lnTo>
                  <a:pt x="1270116" y="1524972"/>
                </a:lnTo>
                <a:lnTo>
                  <a:pt x="1230977" y="1548384"/>
                </a:lnTo>
                <a:lnTo>
                  <a:pt x="1190479" y="1569661"/>
                </a:lnTo>
                <a:lnTo>
                  <a:pt x="1148698" y="1588725"/>
                </a:lnTo>
                <a:lnTo>
                  <a:pt x="1105713" y="1605499"/>
                </a:lnTo>
                <a:lnTo>
                  <a:pt x="1061601" y="1619905"/>
                </a:lnTo>
                <a:lnTo>
                  <a:pt x="1016440" y="1631865"/>
                </a:lnTo>
                <a:lnTo>
                  <a:pt x="970306" y="1641303"/>
                </a:lnTo>
                <a:lnTo>
                  <a:pt x="923279" y="1648140"/>
                </a:lnTo>
                <a:lnTo>
                  <a:pt x="875434" y="1652299"/>
                </a:lnTo>
                <a:lnTo>
                  <a:pt x="826867" y="165370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10599943" y="8153935"/>
            <a:ext cx="2029460" cy="76835"/>
            <a:chOff x="10599943" y="8153935"/>
            <a:chExt cx="2029460" cy="76835"/>
          </a:xfrm>
        </p:grpSpPr>
        <p:sp>
          <p:nvSpPr>
            <p:cNvPr id="18" name="object 18"/>
            <p:cNvSpPr/>
            <p:nvPr/>
          </p:nvSpPr>
          <p:spPr>
            <a:xfrm>
              <a:off x="10599941" y="8163470"/>
              <a:ext cx="2019935" cy="57150"/>
            </a:xfrm>
            <a:custGeom>
              <a:avLst/>
              <a:gdLst/>
              <a:ahLst/>
              <a:cxnLst/>
              <a:rect l="l" t="t" r="r" b="b"/>
              <a:pathLst>
                <a:path w="2019934" h="57150">
                  <a:moveTo>
                    <a:pt x="76250" y="25946"/>
                  </a:moveTo>
                  <a:lnTo>
                    <a:pt x="75311" y="23698"/>
                  </a:lnTo>
                  <a:lnTo>
                    <a:pt x="71589" y="19977"/>
                  </a:lnTo>
                  <a:lnTo>
                    <a:pt x="69342" y="19050"/>
                  </a:lnTo>
                  <a:lnTo>
                    <a:pt x="6896" y="19050"/>
                  </a:lnTo>
                  <a:lnTo>
                    <a:pt x="4648" y="19977"/>
                  </a:lnTo>
                  <a:lnTo>
                    <a:pt x="927" y="23698"/>
                  </a:lnTo>
                  <a:lnTo>
                    <a:pt x="0" y="25946"/>
                  </a:lnTo>
                  <a:lnTo>
                    <a:pt x="0" y="31203"/>
                  </a:lnTo>
                  <a:lnTo>
                    <a:pt x="927" y="33451"/>
                  </a:lnTo>
                  <a:lnTo>
                    <a:pt x="4648" y="37172"/>
                  </a:lnTo>
                  <a:lnTo>
                    <a:pt x="6896" y="38100"/>
                  </a:lnTo>
                  <a:lnTo>
                    <a:pt x="69342" y="38100"/>
                  </a:lnTo>
                  <a:lnTo>
                    <a:pt x="71589" y="37172"/>
                  </a:lnTo>
                  <a:lnTo>
                    <a:pt x="75311" y="33451"/>
                  </a:lnTo>
                  <a:lnTo>
                    <a:pt x="76250" y="31203"/>
                  </a:lnTo>
                  <a:lnTo>
                    <a:pt x="76250" y="25946"/>
                  </a:lnTo>
                  <a:close/>
                </a:path>
                <a:path w="2019934" h="57150">
                  <a:moveTo>
                    <a:pt x="171564" y="25946"/>
                  </a:moveTo>
                  <a:lnTo>
                    <a:pt x="170624" y="23698"/>
                  </a:lnTo>
                  <a:lnTo>
                    <a:pt x="166903" y="19977"/>
                  </a:lnTo>
                  <a:lnTo>
                    <a:pt x="164655" y="19050"/>
                  </a:lnTo>
                  <a:lnTo>
                    <a:pt x="102209" y="19050"/>
                  </a:lnTo>
                  <a:lnTo>
                    <a:pt x="99961" y="19977"/>
                  </a:lnTo>
                  <a:lnTo>
                    <a:pt x="96240" y="23698"/>
                  </a:lnTo>
                  <a:lnTo>
                    <a:pt x="95313" y="25946"/>
                  </a:lnTo>
                  <a:lnTo>
                    <a:pt x="95313" y="31203"/>
                  </a:lnTo>
                  <a:lnTo>
                    <a:pt x="96240" y="33451"/>
                  </a:lnTo>
                  <a:lnTo>
                    <a:pt x="99961" y="37172"/>
                  </a:lnTo>
                  <a:lnTo>
                    <a:pt x="102209" y="38100"/>
                  </a:lnTo>
                  <a:lnTo>
                    <a:pt x="164655" y="38100"/>
                  </a:lnTo>
                  <a:lnTo>
                    <a:pt x="166903" y="37172"/>
                  </a:lnTo>
                  <a:lnTo>
                    <a:pt x="170624" y="33451"/>
                  </a:lnTo>
                  <a:lnTo>
                    <a:pt x="171564" y="31203"/>
                  </a:lnTo>
                  <a:lnTo>
                    <a:pt x="171564" y="25946"/>
                  </a:lnTo>
                  <a:close/>
                </a:path>
                <a:path w="2019934" h="57150">
                  <a:moveTo>
                    <a:pt x="266877" y="25946"/>
                  </a:moveTo>
                  <a:lnTo>
                    <a:pt x="265938" y="23698"/>
                  </a:lnTo>
                  <a:lnTo>
                    <a:pt x="262216" y="19977"/>
                  </a:lnTo>
                  <a:lnTo>
                    <a:pt x="259969" y="19050"/>
                  </a:lnTo>
                  <a:lnTo>
                    <a:pt x="197523" y="19050"/>
                  </a:lnTo>
                  <a:lnTo>
                    <a:pt x="195275" y="19977"/>
                  </a:lnTo>
                  <a:lnTo>
                    <a:pt x="191554" y="23698"/>
                  </a:lnTo>
                  <a:lnTo>
                    <a:pt x="190627" y="25946"/>
                  </a:lnTo>
                  <a:lnTo>
                    <a:pt x="190627" y="31203"/>
                  </a:lnTo>
                  <a:lnTo>
                    <a:pt x="191554" y="33451"/>
                  </a:lnTo>
                  <a:lnTo>
                    <a:pt x="195275" y="37172"/>
                  </a:lnTo>
                  <a:lnTo>
                    <a:pt x="197523" y="38100"/>
                  </a:lnTo>
                  <a:lnTo>
                    <a:pt x="259969" y="38100"/>
                  </a:lnTo>
                  <a:lnTo>
                    <a:pt x="262216" y="37172"/>
                  </a:lnTo>
                  <a:lnTo>
                    <a:pt x="265938" y="33451"/>
                  </a:lnTo>
                  <a:lnTo>
                    <a:pt x="266877" y="31203"/>
                  </a:lnTo>
                  <a:lnTo>
                    <a:pt x="266877" y="25946"/>
                  </a:lnTo>
                  <a:close/>
                </a:path>
                <a:path w="2019934" h="57150">
                  <a:moveTo>
                    <a:pt x="362191" y="25946"/>
                  </a:moveTo>
                  <a:lnTo>
                    <a:pt x="361251" y="23698"/>
                  </a:lnTo>
                  <a:lnTo>
                    <a:pt x="357530" y="19977"/>
                  </a:lnTo>
                  <a:lnTo>
                    <a:pt x="355282" y="19050"/>
                  </a:lnTo>
                  <a:lnTo>
                    <a:pt x="292836" y="19050"/>
                  </a:lnTo>
                  <a:lnTo>
                    <a:pt x="290588" y="19977"/>
                  </a:lnTo>
                  <a:lnTo>
                    <a:pt x="286867" y="23698"/>
                  </a:lnTo>
                  <a:lnTo>
                    <a:pt x="285940" y="25946"/>
                  </a:lnTo>
                  <a:lnTo>
                    <a:pt x="285940" y="31203"/>
                  </a:lnTo>
                  <a:lnTo>
                    <a:pt x="286867" y="33451"/>
                  </a:lnTo>
                  <a:lnTo>
                    <a:pt x="290588" y="37172"/>
                  </a:lnTo>
                  <a:lnTo>
                    <a:pt x="292836" y="38100"/>
                  </a:lnTo>
                  <a:lnTo>
                    <a:pt x="355282" y="38100"/>
                  </a:lnTo>
                  <a:lnTo>
                    <a:pt x="357530" y="37172"/>
                  </a:lnTo>
                  <a:lnTo>
                    <a:pt x="361251" y="33451"/>
                  </a:lnTo>
                  <a:lnTo>
                    <a:pt x="362191" y="31203"/>
                  </a:lnTo>
                  <a:lnTo>
                    <a:pt x="362191" y="25946"/>
                  </a:lnTo>
                  <a:close/>
                </a:path>
                <a:path w="2019934" h="57150">
                  <a:moveTo>
                    <a:pt x="457492" y="25946"/>
                  </a:moveTo>
                  <a:lnTo>
                    <a:pt x="456565" y="23698"/>
                  </a:lnTo>
                  <a:lnTo>
                    <a:pt x="452843" y="19977"/>
                  </a:lnTo>
                  <a:lnTo>
                    <a:pt x="450596" y="19050"/>
                  </a:lnTo>
                  <a:lnTo>
                    <a:pt x="388150" y="19050"/>
                  </a:lnTo>
                  <a:lnTo>
                    <a:pt x="385902" y="19977"/>
                  </a:lnTo>
                  <a:lnTo>
                    <a:pt x="382181" y="23698"/>
                  </a:lnTo>
                  <a:lnTo>
                    <a:pt x="381254" y="25946"/>
                  </a:lnTo>
                  <a:lnTo>
                    <a:pt x="381254" y="31203"/>
                  </a:lnTo>
                  <a:lnTo>
                    <a:pt x="382181" y="33451"/>
                  </a:lnTo>
                  <a:lnTo>
                    <a:pt x="385902" y="37172"/>
                  </a:lnTo>
                  <a:lnTo>
                    <a:pt x="388150" y="38100"/>
                  </a:lnTo>
                  <a:lnTo>
                    <a:pt x="450596" y="38100"/>
                  </a:lnTo>
                  <a:lnTo>
                    <a:pt x="452843" y="37172"/>
                  </a:lnTo>
                  <a:lnTo>
                    <a:pt x="456565" y="33451"/>
                  </a:lnTo>
                  <a:lnTo>
                    <a:pt x="457492" y="31203"/>
                  </a:lnTo>
                  <a:lnTo>
                    <a:pt x="457492" y="25946"/>
                  </a:lnTo>
                  <a:close/>
                </a:path>
                <a:path w="2019934" h="57150">
                  <a:moveTo>
                    <a:pt x="552805" y="25946"/>
                  </a:moveTo>
                  <a:lnTo>
                    <a:pt x="551878" y="23698"/>
                  </a:lnTo>
                  <a:lnTo>
                    <a:pt x="548157" y="19977"/>
                  </a:lnTo>
                  <a:lnTo>
                    <a:pt x="545909" y="19050"/>
                  </a:lnTo>
                  <a:lnTo>
                    <a:pt x="483463" y="19050"/>
                  </a:lnTo>
                  <a:lnTo>
                    <a:pt x="481215" y="19977"/>
                  </a:lnTo>
                  <a:lnTo>
                    <a:pt x="477494" y="23698"/>
                  </a:lnTo>
                  <a:lnTo>
                    <a:pt x="476554" y="25946"/>
                  </a:lnTo>
                  <a:lnTo>
                    <a:pt x="476554" y="31203"/>
                  </a:lnTo>
                  <a:lnTo>
                    <a:pt x="477494" y="33451"/>
                  </a:lnTo>
                  <a:lnTo>
                    <a:pt x="481215" y="37172"/>
                  </a:lnTo>
                  <a:lnTo>
                    <a:pt x="483463" y="38100"/>
                  </a:lnTo>
                  <a:lnTo>
                    <a:pt x="545909" y="38100"/>
                  </a:lnTo>
                  <a:lnTo>
                    <a:pt x="548157" y="37172"/>
                  </a:lnTo>
                  <a:lnTo>
                    <a:pt x="551878" y="33451"/>
                  </a:lnTo>
                  <a:lnTo>
                    <a:pt x="552805" y="31203"/>
                  </a:lnTo>
                  <a:lnTo>
                    <a:pt x="552805" y="25946"/>
                  </a:lnTo>
                  <a:close/>
                </a:path>
                <a:path w="2019934" h="57150">
                  <a:moveTo>
                    <a:pt x="648119" y="25946"/>
                  </a:moveTo>
                  <a:lnTo>
                    <a:pt x="647192" y="23698"/>
                  </a:lnTo>
                  <a:lnTo>
                    <a:pt x="643470" y="19977"/>
                  </a:lnTo>
                  <a:lnTo>
                    <a:pt x="641223" y="19050"/>
                  </a:lnTo>
                  <a:lnTo>
                    <a:pt x="578777" y="19050"/>
                  </a:lnTo>
                  <a:lnTo>
                    <a:pt x="576529" y="19977"/>
                  </a:lnTo>
                  <a:lnTo>
                    <a:pt x="572808" y="23698"/>
                  </a:lnTo>
                  <a:lnTo>
                    <a:pt x="571868" y="25946"/>
                  </a:lnTo>
                  <a:lnTo>
                    <a:pt x="571868" y="31203"/>
                  </a:lnTo>
                  <a:lnTo>
                    <a:pt x="572808" y="33451"/>
                  </a:lnTo>
                  <a:lnTo>
                    <a:pt x="576529" y="37172"/>
                  </a:lnTo>
                  <a:lnTo>
                    <a:pt x="578777" y="38100"/>
                  </a:lnTo>
                  <a:lnTo>
                    <a:pt x="641223" y="38100"/>
                  </a:lnTo>
                  <a:lnTo>
                    <a:pt x="643470" y="37172"/>
                  </a:lnTo>
                  <a:lnTo>
                    <a:pt x="647192" y="33451"/>
                  </a:lnTo>
                  <a:lnTo>
                    <a:pt x="648119" y="31203"/>
                  </a:lnTo>
                  <a:lnTo>
                    <a:pt x="648119" y="25946"/>
                  </a:lnTo>
                  <a:close/>
                </a:path>
                <a:path w="2019934" h="57150">
                  <a:moveTo>
                    <a:pt x="743432" y="25946"/>
                  </a:moveTo>
                  <a:lnTo>
                    <a:pt x="742505" y="23698"/>
                  </a:lnTo>
                  <a:lnTo>
                    <a:pt x="738784" y="19977"/>
                  </a:lnTo>
                  <a:lnTo>
                    <a:pt x="736536" y="19050"/>
                  </a:lnTo>
                  <a:lnTo>
                    <a:pt x="674090" y="19050"/>
                  </a:lnTo>
                  <a:lnTo>
                    <a:pt x="671842" y="19977"/>
                  </a:lnTo>
                  <a:lnTo>
                    <a:pt x="668121" y="23698"/>
                  </a:lnTo>
                  <a:lnTo>
                    <a:pt x="667181" y="25946"/>
                  </a:lnTo>
                  <a:lnTo>
                    <a:pt x="667181" y="31203"/>
                  </a:lnTo>
                  <a:lnTo>
                    <a:pt x="668121" y="33451"/>
                  </a:lnTo>
                  <a:lnTo>
                    <a:pt x="671842" y="37172"/>
                  </a:lnTo>
                  <a:lnTo>
                    <a:pt x="674090" y="38100"/>
                  </a:lnTo>
                  <a:lnTo>
                    <a:pt x="736536" y="38100"/>
                  </a:lnTo>
                  <a:lnTo>
                    <a:pt x="738784" y="37172"/>
                  </a:lnTo>
                  <a:lnTo>
                    <a:pt x="742505" y="33451"/>
                  </a:lnTo>
                  <a:lnTo>
                    <a:pt x="743432" y="31203"/>
                  </a:lnTo>
                  <a:lnTo>
                    <a:pt x="743432" y="25946"/>
                  </a:lnTo>
                  <a:close/>
                </a:path>
                <a:path w="2019934" h="57150">
                  <a:moveTo>
                    <a:pt x="838746" y="25946"/>
                  </a:moveTo>
                  <a:lnTo>
                    <a:pt x="837819" y="23698"/>
                  </a:lnTo>
                  <a:lnTo>
                    <a:pt x="834097" y="19977"/>
                  </a:lnTo>
                  <a:lnTo>
                    <a:pt x="831850" y="19050"/>
                  </a:lnTo>
                  <a:lnTo>
                    <a:pt x="769404" y="19050"/>
                  </a:lnTo>
                  <a:lnTo>
                    <a:pt x="767156" y="19977"/>
                  </a:lnTo>
                  <a:lnTo>
                    <a:pt x="763435" y="23698"/>
                  </a:lnTo>
                  <a:lnTo>
                    <a:pt x="762495" y="25946"/>
                  </a:lnTo>
                  <a:lnTo>
                    <a:pt x="762495" y="31203"/>
                  </a:lnTo>
                  <a:lnTo>
                    <a:pt x="763435" y="33451"/>
                  </a:lnTo>
                  <a:lnTo>
                    <a:pt x="767156" y="37172"/>
                  </a:lnTo>
                  <a:lnTo>
                    <a:pt x="769404" y="38100"/>
                  </a:lnTo>
                  <a:lnTo>
                    <a:pt x="831850" y="38100"/>
                  </a:lnTo>
                  <a:lnTo>
                    <a:pt x="834097" y="37172"/>
                  </a:lnTo>
                  <a:lnTo>
                    <a:pt x="837819" y="33451"/>
                  </a:lnTo>
                  <a:lnTo>
                    <a:pt x="838746" y="31203"/>
                  </a:lnTo>
                  <a:lnTo>
                    <a:pt x="838746" y="25946"/>
                  </a:lnTo>
                  <a:close/>
                </a:path>
                <a:path w="2019934" h="57150">
                  <a:moveTo>
                    <a:pt x="934059" y="25946"/>
                  </a:moveTo>
                  <a:lnTo>
                    <a:pt x="933132" y="23698"/>
                  </a:lnTo>
                  <a:lnTo>
                    <a:pt x="929411" y="19977"/>
                  </a:lnTo>
                  <a:lnTo>
                    <a:pt x="927163" y="19050"/>
                  </a:lnTo>
                  <a:lnTo>
                    <a:pt x="864717" y="19050"/>
                  </a:lnTo>
                  <a:lnTo>
                    <a:pt x="862469" y="19977"/>
                  </a:lnTo>
                  <a:lnTo>
                    <a:pt x="858748" y="23698"/>
                  </a:lnTo>
                  <a:lnTo>
                    <a:pt x="857808" y="25946"/>
                  </a:lnTo>
                  <a:lnTo>
                    <a:pt x="857808" y="31203"/>
                  </a:lnTo>
                  <a:lnTo>
                    <a:pt x="858748" y="33451"/>
                  </a:lnTo>
                  <a:lnTo>
                    <a:pt x="862469" y="37172"/>
                  </a:lnTo>
                  <a:lnTo>
                    <a:pt x="864717" y="38100"/>
                  </a:lnTo>
                  <a:lnTo>
                    <a:pt x="927163" y="38100"/>
                  </a:lnTo>
                  <a:lnTo>
                    <a:pt x="929411" y="37172"/>
                  </a:lnTo>
                  <a:lnTo>
                    <a:pt x="933132" y="33451"/>
                  </a:lnTo>
                  <a:lnTo>
                    <a:pt x="934059" y="31203"/>
                  </a:lnTo>
                  <a:lnTo>
                    <a:pt x="934059" y="25946"/>
                  </a:lnTo>
                  <a:close/>
                </a:path>
                <a:path w="2019934" h="57150">
                  <a:moveTo>
                    <a:pt x="1029373" y="25946"/>
                  </a:moveTo>
                  <a:lnTo>
                    <a:pt x="1028446" y="23698"/>
                  </a:lnTo>
                  <a:lnTo>
                    <a:pt x="1024724" y="19977"/>
                  </a:lnTo>
                  <a:lnTo>
                    <a:pt x="1022477" y="19050"/>
                  </a:lnTo>
                  <a:lnTo>
                    <a:pt x="960031" y="19050"/>
                  </a:lnTo>
                  <a:lnTo>
                    <a:pt x="957783" y="19977"/>
                  </a:lnTo>
                  <a:lnTo>
                    <a:pt x="954062" y="23698"/>
                  </a:lnTo>
                  <a:lnTo>
                    <a:pt x="953122" y="25946"/>
                  </a:lnTo>
                  <a:lnTo>
                    <a:pt x="953122" y="31203"/>
                  </a:lnTo>
                  <a:lnTo>
                    <a:pt x="954062" y="33451"/>
                  </a:lnTo>
                  <a:lnTo>
                    <a:pt x="957783" y="37172"/>
                  </a:lnTo>
                  <a:lnTo>
                    <a:pt x="960031" y="38100"/>
                  </a:lnTo>
                  <a:lnTo>
                    <a:pt x="1022477" y="38100"/>
                  </a:lnTo>
                  <a:lnTo>
                    <a:pt x="1024724" y="37172"/>
                  </a:lnTo>
                  <a:lnTo>
                    <a:pt x="1028446" y="33451"/>
                  </a:lnTo>
                  <a:lnTo>
                    <a:pt x="1029373" y="31203"/>
                  </a:lnTo>
                  <a:lnTo>
                    <a:pt x="1029373" y="25946"/>
                  </a:lnTo>
                  <a:close/>
                </a:path>
                <a:path w="2019934" h="57150">
                  <a:moveTo>
                    <a:pt x="1124686" y="25946"/>
                  </a:moveTo>
                  <a:lnTo>
                    <a:pt x="1123759" y="23698"/>
                  </a:lnTo>
                  <a:lnTo>
                    <a:pt x="1120038" y="19977"/>
                  </a:lnTo>
                  <a:lnTo>
                    <a:pt x="1117790" y="19050"/>
                  </a:lnTo>
                  <a:lnTo>
                    <a:pt x="1055331" y="19050"/>
                  </a:lnTo>
                  <a:lnTo>
                    <a:pt x="1053096" y="19977"/>
                  </a:lnTo>
                  <a:lnTo>
                    <a:pt x="1049362" y="23698"/>
                  </a:lnTo>
                  <a:lnTo>
                    <a:pt x="1048435" y="25946"/>
                  </a:lnTo>
                  <a:lnTo>
                    <a:pt x="1048435" y="31203"/>
                  </a:lnTo>
                  <a:lnTo>
                    <a:pt x="1049362" y="33451"/>
                  </a:lnTo>
                  <a:lnTo>
                    <a:pt x="1053096" y="37172"/>
                  </a:lnTo>
                  <a:lnTo>
                    <a:pt x="1055331" y="38100"/>
                  </a:lnTo>
                  <a:lnTo>
                    <a:pt x="1117790" y="38100"/>
                  </a:lnTo>
                  <a:lnTo>
                    <a:pt x="1120038" y="37172"/>
                  </a:lnTo>
                  <a:lnTo>
                    <a:pt x="1123759" y="33451"/>
                  </a:lnTo>
                  <a:lnTo>
                    <a:pt x="1124686" y="31203"/>
                  </a:lnTo>
                  <a:lnTo>
                    <a:pt x="1124686" y="25946"/>
                  </a:lnTo>
                  <a:close/>
                </a:path>
                <a:path w="2019934" h="57150">
                  <a:moveTo>
                    <a:pt x="1220000" y="25946"/>
                  </a:moveTo>
                  <a:lnTo>
                    <a:pt x="1219073" y="23698"/>
                  </a:lnTo>
                  <a:lnTo>
                    <a:pt x="1215351" y="19977"/>
                  </a:lnTo>
                  <a:lnTo>
                    <a:pt x="1213104" y="19050"/>
                  </a:lnTo>
                  <a:lnTo>
                    <a:pt x="1150645" y="19050"/>
                  </a:lnTo>
                  <a:lnTo>
                    <a:pt x="1148410" y="19977"/>
                  </a:lnTo>
                  <a:lnTo>
                    <a:pt x="1144676" y="23698"/>
                  </a:lnTo>
                  <a:lnTo>
                    <a:pt x="1143749" y="25946"/>
                  </a:lnTo>
                  <a:lnTo>
                    <a:pt x="1143749" y="31203"/>
                  </a:lnTo>
                  <a:lnTo>
                    <a:pt x="1144676" y="33451"/>
                  </a:lnTo>
                  <a:lnTo>
                    <a:pt x="1148410" y="37172"/>
                  </a:lnTo>
                  <a:lnTo>
                    <a:pt x="1150645" y="38100"/>
                  </a:lnTo>
                  <a:lnTo>
                    <a:pt x="1213104" y="38100"/>
                  </a:lnTo>
                  <a:lnTo>
                    <a:pt x="1215351" y="37172"/>
                  </a:lnTo>
                  <a:lnTo>
                    <a:pt x="1219073" y="33451"/>
                  </a:lnTo>
                  <a:lnTo>
                    <a:pt x="1220000" y="31203"/>
                  </a:lnTo>
                  <a:lnTo>
                    <a:pt x="1220000" y="25946"/>
                  </a:lnTo>
                  <a:close/>
                </a:path>
                <a:path w="2019934" h="57150">
                  <a:moveTo>
                    <a:pt x="1315313" y="25946"/>
                  </a:moveTo>
                  <a:lnTo>
                    <a:pt x="1314386" y="23698"/>
                  </a:lnTo>
                  <a:lnTo>
                    <a:pt x="1310665" y="19977"/>
                  </a:lnTo>
                  <a:lnTo>
                    <a:pt x="1308417" y="19050"/>
                  </a:lnTo>
                  <a:lnTo>
                    <a:pt x="1245958" y="19050"/>
                  </a:lnTo>
                  <a:lnTo>
                    <a:pt x="1243711" y="19977"/>
                  </a:lnTo>
                  <a:lnTo>
                    <a:pt x="1239989" y="23698"/>
                  </a:lnTo>
                  <a:lnTo>
                    <a:pt x="1239062" y="25946"/>
                  </a:lnTo>
                  <a:lnTo>
                    <a:pt x="1239062" y="31203"/>
                  </a:lnTo>
                  <a:lnTo>
                    <a:pt x="1239989" y="33451"/>
                  </a:lnTo>
                  <a:lnTo>
                    <a:pt x="1243711" y="37172"/>
                  </a:lnTo>
                  <a:lnTo>
                    <a:pt x="1245958" y="38100"/>
                  </a:lnTo>
                  <a:lnTo>
                    <a:pt x="1308417" y="38100"/>
                  </a:lnTo>
                  <a:lnTo>
                    <a:pt x="1310665" y="37172"/>
                  </a:lnTo>
                  <a:lnTo>
                    <a:pt x="1314386" y="33451"/>
                  </a:lnTo>
                  <a:lnTo>
                    <a:pt x="1315313" y="31203"/>
                  </a:lnTo>
                  <a:lnTo>
                    <a:pt x="1315313" y="25946"/>
                  </a:lnTo>
                  <a:close/>
                </a:path>
                <a:path w="2019934" h="57150">
                  <a:moveTo>
                    <a:pt x="1410627" y="25946"/>
                  </a:moveTo>
                  <a:lnTo>
                    <a:pt x="1409700" y="23698"/>
                  </a:lnTo>
                  <a:lnTo>
                    <a:pt x="1405978" y="19977"/>
                  </a:lnTo>
                  <a:lnTo>
                    <a:pt x="1403731" y="19050"/>
                  </a:lnTo>
                  <a:lnTo>
                    <a:pt x="1341272" y="19050"/>
                  </a:lnTo>
                  <a:lnTo>
                    <a:pt x="1339024" y="19977"/>
                  </a:lnTo>
                  <a:lnTo>
                    <a:pt x="1335303" y="23698"/>
                  </a:lnTo>
                  <a:lnTo>
                    <a:pt x="1334376" y="25946"/>
                  </a:lnTo>
                  <a:lnTo>
                    <a:pt x="1334376" y="31203"/>
                  </a:lnTo>
                  <a:lnTo>
                    <a:pt x="1335303" y="33451"/>
                  </a:lnTo>
                  <a:lnTo>
                    <a:pt x="1339024" y="37172"/>
                  </a:lnTo>
                  <a:lnTo>
                    <a:pt x="1341272" y="38100"/>
                  </a:lnTo>
                  <a:lnTo>
                    <a:pt x="1403731" y="38100"/>
                  </a:lnTo>
                  <a:lnTo>
                    <a:pt x="1405978" y="37172"/>
                  </a:lnTo>
                  <a:lnTo>
                    <a:pt x="1409700" y="33451"/>
                  </a:lnTo>
                  <a:lnTo>
                    <a:pt x="1410627" y="31203"/>
                  </a:lnTo>
                  <a:lnTo>
                    <a:pt x="1410627" y="25946"/>
                  </a:lnTo>
                  <a:close/>
                </a:path>
                <a:path w="2019934" h="57150">
                  <a:moveTo>
                    <a:pt x="1505940" y="25946"/>
                  </a:moveTo>
                  <a:lnTo>
                    <a:pt x="1505013" y="23698"/>
                  </a:lnTo>
                  <a:lnTo>
                    <a:pt x="1501292" y="19977"/>
                  </a:lnTo>
                  <a:lnTo>
                    <a:pt x="1499044" y="19050"/>
                  </a:lnTo>
                  <a:lnTo>
                    <a:pt x="1436585" y="19050"/>
                  </a:lnTo>
                  <a:lnTo>
                    <a:pt x="1434338" y="19977"/>
                  </a:lnTo>
                  <a:lnTo>
                    <a:pt x="1430616" y="23698"/>
                  </a:lnTo>
                  <a:lnTo>
                    <a:pt x="1429689" y="25946"/>
                  </a:lnTo>
                  <a:lnTo>
                    <a:pt x="1429689" y="31203"/>
                  </a:lnTo>
                  <a:lnTo>
                    <a:pt x="1430616" y="33451"/>
                  </a:lnTo>
                  <a:lnTo>
                    <a:pt x="1434338" y="37172"/>
                  </a:lnTo>
                  <a:lnTo>
                    <a:pt x="1436585" y="38100"/>
                  </a:lnTo>
                  <a:lnTo>
                    <a:pt x="1499044" y="38100"/>
                  </a:lnTo>
                  <a:lnTo>
                    <a:pt x="1501292" y="37172"/>
                  </a:lnTo>
                  <a:lnTo>
                    <a:pt x="1505013" y="33451"/>
                  </a:lnTo>
                  <a:lnTo>
                    <a:pt x="1505940" y="31203"/>
                  </a:lnTo>
                  <a:lnTo>
                    <a:pt x="1505940" y="25946"/>
                  </a:lnTo>
                  <a:close/>
                </a:path>
                <a:path w="2019934" h="57150">
                  <a:moveTo>
                    <a:pt x="1601254" y="25946"/>
                  </a:moveTo>
                  <a:lnTo>
                    <a:pt x="1600327" y="23698"/>
                  </a:lnTo>
                  <a:lnTo>
                    <a:pt x="1596605" y="19977"/>
                  </a:lnTo>
                  <a:lnTo>
                    <a:pt x="1594358" y="19050"/>
                  </a:lnTo>
                  <a:lnTo>
                    <a:pt x="1531899" y="19050"/>
                  </a:lnTo>
                  <a:lnTo>
                    <a:pt x="1529651" y="19977"/>
                  </a:lnTo>
                  <a:lnTo>
                    <a:pt x="1525930" y="23698"/>
                  </a:lnTo>
                  <a:lnTo>
                    <a:pt x="1525003" y="25946"/>
                  </a:lnTo>
                  <a:lnTo>
                    <a:pt x="1525003" y="31203"/>
                  </a:lnTo>
                  <a:lnTo>
                    <a:pt x="1525930" y="33451"/>
                  </a:lnTo>
                  <a:lnTo>
                    <a:pt x="1529651" y="37172"/>
                  </a:lnTo>
                  <a:lnTo>
                    <a:pt x="1531899" y="38100"/>
                  </a:lnTo>
                  <a:lnTo>
                    <a:pt x="1594358" y="38100"/>
                  </a:lnTo>
                  <a:lnTo>
                    <a:pt x="1596605" y="37172"/>
                  </a:lnTo>
                  <a:lnTo>
                    <a:pt x="1600327" y="33451"/>
                  </a:lnTo>
                  <a:lnTo>
                    <a:pt x="1601254" y="31203"/>
                  </a:lnTo>
                  <a:lnTo>
                    <a:pt x="1601254" y="25946"/>
                  </a:lnTo>
                  <a:close/>
                </a:path>
                <a:path w="2019934" h="57150">
                  <a:moveTo>
                    <a:pt x="1696567" y="25946"/>
                  </a:moveTo>
                  <a:lnTo>
                    <a:pt x="1695640" y="23698"/>
                  </a:lnTo>
                  <a:lnTo>
                    <a:pt x="1691919" y="19977"/>
                  </a:lnTo>
                  <a:lnTo>
                    <a:pt x="1689671" y="19050"/>
                  </a:lnTo>
                  <a:lnTo>
                    <a:pt x="1627212" y="19050"/>
                  </a:lnTo>
                  <a:lnTo>
                    <a:pt x="1624965" y="19977"/>
                  </a:lnTo>
                  <a:lnTo>
                    <a:pt x="1621243" y="23698"/>
                  </a:lnTo>
                  <a:lnTo>
                    <a:pt x="1620316" y="25946"/>
                  </a:lnTo>
                  <a:lnTo>
                    <a:pt x="1620316" y="31203"/>
                  </a:lnTo>
                  <a:lnTo>
                    <a:pt x="1621243" y="33451"/>
                  </a:lnTo>
                  <a:lnTo>
                    <a:pt x="1624965" y="37172"/>
                  </a:lnTo>
                  <a:lnTo>
                    <a:pt x="1627212" y="38100"/>
                  </a:lnTo>
                  <a:lnTo>
                    <a:pt x="1689671" y="38100"/>
                  </a:lnTo>
                  <a:lnTo>
                    <a:pt x="1691919" y="37172"/>
                  </a:lnTo>
                  <a:lnTo>
                    <a:pt x="1695640" y="33451"/>
                  </a:lnTo>
                  <a:lnTo>
                    <a:pt x="1696567" y="31203"/>
                  </a:lnTo>
                  <a:lnTo>
                    <a:pt x="1696567" y="25946"/>
                  </a:lnTo>
                  <a:close/>
                </a:path>
                <a:path w="2019934" h="57150">
                  <a:moveTo>
                    <a:pt x="1791881" y="25946"/>
                  </a:moveTo>
                  <a:lnTo>
                    <a:pt x="1790954" y="23698"/>
                  </a:lnTo>
                  <a:lnTo>
                    <a:pt x="1787220" y="19977"/>
                  </a:lnTo>
                  <a:lnTo>
                    <a:pt x="1784985" y="19050"/>
                  </a:lnTo>
                  <a:lnTo>
                    <a:pt x="1722526" y="19050"/>
                  </a:lnTo>
                  <a:lnTo>
                    <a:pt x="1720278" y="19977"/>
                  </a:lnTo>
                  <a:lnTo>
                    <a:pt x="1716557" y="23698"/>
                  </a:lnTo>
                  <a:lnTo>
                    <a:pt x="1715630" y="25946"/>
                  </a:lnTo>
                  <a:lnTo>
                    <a:pt x="1715630" y="31203"/>
                  </a:lnTo>
                  <a:lnTo>
                    <a:pt x="1716557" y="33451"/>
                  </a:lnTo>
                  <a:lnTo>
                    <a:pt x="1720278" y="37172"/>
                  </a:lnTo>
                  <a:lnTo>
                    <a:pt x="1722526" y="38100"/>
                  </a:lnTo>
                  <a:lnTo>
                    <a:pt x="1784985" y="38100"/>
                  </a:lnTo>
                  <a:lnTo>
                    <a:pt x="1787220" y="37172"/>
                  </a:lnTo>
                  <a:lnTo>
                    <a:pt x="1790954" y="33451"/>
                  </a:lnTo>
                  <a:lnTo>
                    <a:pt x="1791881" y="31203"/>
                  </a:lnTo>
                  <a:lnTo>
                    <a:pt x="1791881" y="25946"/>
                  </a:lnTo>
                  <a:close/>
                </a:path>
                <a:path w="2019934" h="57150">
                  <a:moveTo>
                    <a:pt x="1887194" y="25946"/>
                  </a:moveTo>
                  <a:lnTo>
                    <a:pt x="1886267" y="23698"/>
                  </a:lnTo>
                  <a:lnTo>
                    <a:pt x="1882533" y="19977"/>
                  </a:lnTo>
                  <a:lnTo>
                    <a:pt x="1880298" y="19050"/>
                  </a:lnTo>
                  <a:lnTo>
                    <a:pt x="1817839" y="19050"/>
                  </a:lnTo>
                  <a:lnTo>
                    <a:pt x="1815592" y="19977"/>
                  </a:lnTo>
                  <a:lnTo>
                    <a:pt x="1811870" y="23698"/>
                  </a:lnTo>
                  <a:lnTo>
                    <a:pt x="1810943" y="25946"/>
                  </a:lnTo>
                  <a:lnTo>
                    <a:pt x="1810943" y="31203"/>
                  </a:lnTo>
                  <a:lnTo>
                    <a:pt x="1811870" y="33451"/>
                  </a:lnTo>
                  <a:lnTo>
                    <a:pt x="1815592" y="37172"/>
                  </a:lnTo>
                  <a:lnTo>
                    <a:pt x="1817839" y="38100"/>
                  </a:lnTo>
                  <a:lnTo>
                    <a:pt x="1880298" y="38100"/>
                  </a:lnTo>
                  <a:lnTo>
                    <a:pt x="1882533" y="37172"/>
                  </a:lnTo>
                  <a:lnTo>
                    <a:pt x="1886267" y="33451"/>
                  </a:lnTo>
                  <a:lnTo>
                    <a:pt x="1887194" y="31203"/>
                  </a:lnTo>
                  <a:lnTo>
                    <a:pt x="1887194" y="25946"/>
                  </a:lnTo>
                  <a:close/>
                </a:path>
                <a:path w="2019934" h="57150">
                  <a:moveTo>
                    <a:pt x="2019338" y="28575"/>
                  </a:moveTo>
                  <a:lnTo>
                    <a:pt x="1981212" y="0"/>
                  </a:lnTo>
                  <a:lnTo>
                    <a:pt x="1981212" y="25946"/>
                  </a:lnTo>
                  <a:lnTo>
                    <a:pt x="1980285" y="23698"/>
                  </a:lnTo>
                  <a:lnTo>
                    <a:pt x="1976564" y="19977"/>
                  </a:lnTo>
                  <a:lnTo>
                    <a:pt x="1974316" y="19050"/>
                  </a:lnTo>
                  <a:lnTo>
                    <a:pt x="1913153" y="19050"/>
                  </a:lnTo>
                  <a:lnTo>
                    <a:pt x="1910905" y="19977"/>
                  </a:lnTo>
                  <a:lnTo>
                    <a:pt x="1907184" y="23698"/>
                  </a:lnTo>
                  <a:lnTo>
                    <a:pt x="1906257" y="25946"/>
                  </a:lnTo>
                  <a:lnTo>
                    <a:pt x="1906257" y="31203"/>
                  </a:lnTo>
                  <a:lnTo>
                    <a:pt x="1907184" y="33451"/>
                  </a:lnTo>
                  <a:lnTo>
                    <a:pt x="1910905" y="37172"/>
                  </a:lnTo>
                  <a:lnTo>
                    <a:pt x="1913153" y="38100"/>
                  </a:lnTo>
                  <a:lnTo>
                    <a:pt x="1974316" y="38100"/>
                  </a:lnTo>
                  <a:lnTo>
                    <a:pt x="1976564" y="37172"/>
                  </a:lnTo>
                  <a:lnTo>
                    <a:pt x="1980285" y="33451"/>
                  </a:lnTo>
                  <a:lnTo>
                    <a:pt x="1981212" y="31203"/>
                  </a:lnTo>
                  <a:lnTo>
                    <a:pt x="1981212" y="57150"/>
                  </a:lnTo>
                  <a:lnTo>
                    <a:pt x="2019338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581162" y="8163464"/>
              <a:ext cx="38735" cy="57150"/>
            </a:xfrm>
            <a:custGeom>
              <a:avLst/>
              <a:gdLst/>
              <a:ahLst/>
              <a:cxnLst/>
              <a:rect l="l" t="t" r="r" b="b"/>
              <a:pathLst>
                <a:path w="38734" h="57150">
                  <a:moveTo>
                    <a:pt x="0" y="0"/>
                  </a:moveTo>
                  <a:lnTo>
                    <a:pt x="38125" y="28574"/>
                  </a:lnTo>
                  <a:lnTo>
                    <a:pt x="0" y="57149"/>
                  </a:lnTo>
                  <a:lnTo>
                    <a:pt x="0" y="0"/>
                  </a:lnTo>
                  <a:close/>
                </a:path>
              </a:pathLst>
            </a:custGeom>
            <a:ln w="19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14281182" y="8153935"/>
            <a:ext cx="2029460" cy="76835"/>
            <a:chOff x="14281182" y="8153935"/>
            <a:chExt cx="2029460" cy="76835"/>
          </a:xfrm>
        </p:grpSpPr>
        <p:sp>
          <p:nvSpPr>
            <p:cNvPr id="21" name="object 21"/>
            <p:cNvSpPr/>
            <p:nvPr/>
          </p:nvSpPr>
          <p:spPr>
            <a:xfrm>
              <a:off x="14281175" y="8163470"/>
              <a:ext cx="2019935" cy="57150"/>
            </a:xfrm>
            <a:custGeom>
              <a:avLst/>
              <a:gdLst/>
              <a:ahLst/>
              <a:cxnLst/>
              <a:rect l="l" t="t" r="r" b="b"/>
              <a:pathLst>
                <a:path w="2019934" h="57150">
                  <a:moveTo>
                    <a:pt x="76250" y="25946"/>
                  </a:moveTo>
                  <a:lnTo>
                    <a:pt x="75323" y="23698"/>
                  </a:lnTo>
                  <a:lnTo>
                    <a:pt x="71602" y="19977"/>
                  </a:lnTo>
                  <a:lnTo>
                    <a:pt x="69354" y="19050"/>
                  </a:lnTo>
                  <a:lnTo>
                    <a:pt x="6896" y="19050"/>
                  </a:lnTo>
                  <a:lnTo>
                    <a:pt x="4648" y="19977"/>
                  </a:lnTo>
                  <a:lnTo>
                    <a:pt x="927" y="23698"/>
                  </a:lnTo>
                  <a:lnTo>
                    <a:pt x="0" y="25946"/>
                  </a:lnTo>
                  <a:lnTo>
                    <a:pt x="0" y="31203"/>
                  </a:lnTo>
                  <a:lnTo>
                    <a:pt x="927" y="33451"/>
                  </a:lnTo>
                  <a:lnTo>
                    <a:pt x="4648" y="37172"/>
                  </a:lnTo>
                  <a:lnTo>
                    <a:pt x="6896" y="38100"/>
                  </a:lnTo>
                  <a:lnTo>
                    <a:pt x="69354" y="38100"/>
                  </a:lnTo>
                  <a:lnTo>
                    <a:pt x="71602" y="37172"/>
                  </a:lnTo>
                  <a:lnTo>
                    <a:pt x="75323" y="33451"/>
                  </a:lnTo>
                  <a:lnTo>
                    <a:pt x="76250" y="31203"/>
                  </a:lnTo>
                  <a:lnTo>
                    <a:pt x="76250" y="25946"/>
                  </a:lnTo>
                  <a:close/>
                </a:path>
                <a:path w="2019934" h="57150">
                  <a:moveTo>
                    <a:pt x="171564" y="25946"/>
                  </a:moveTo>
                  <a:lnTo>
                    <a:pt x="170637" y="23698"/>
                  </a:lnTo>
                  <a:lnTo>
                    <a:pt x="166916" y="19977"/>
                  </a:lnTo>
                  <a:lnTo>
                    <a:pt x="164668" y="19050"/>
                  </a:lnTo>
                  <a:lnTo>
                    <a:pt x="102209" y="19050"/>
                  </a:lnTo>
                  <a:lnTo>
                    <a:pt x="99961" y="19977"/>
                  </a:lnTo>
                  <a:lnTo>
                    <a:pt x="96240" y="23698"/>
                  </a:lnTo>
                  <a:lnTo>
                    <a:pt x="95313" y="25946"/>
                  </a:lnTo>
                  <a:lnTo>
                    <a:pt x="95313" y="31203"/>
                  </a:lnTo>
                  <a:lnTo>
                    <a:pt x="96240" y="33451"/>
                  </a:lnTo>
                  <a:lnTo>
                    <a:pt x="99961" y="37172"/>
                  </a:lnTo>
                  <a:lnTo>
                    <a:pt x="102209" y="38100"/>
                  </a:lnTo>
                  <a:lnTo>
                    <a:pt x="164668" y="38100"/>
                  </a:lnTo>
                  <a:lnTo>
                    <a:pt x="166916" y="37172"/>
                  </a:lnTo>
                  <a:lnTo>
                    <a:pt x="170637" y="33451"/>
                  </a:lnTo>
                  <a:lnTo>
                    <a:pt x="171564" y="31203"/>
                  </a:lnTo>
                  <a:lnTo>
                    <a:pt x="171564" y="25946"/>
                  </a:lnTo>
                  <a:close/>
                </a:path>
                <a:path w="2019934" h="57150">
                  <a:moveTo>
                    <a:pt x="266877" y="25946"/>
                  </a:moveTo>
                  <a:lnTo>
                    <a:pt x="265950" y="23698"/>
                  </a:lnTo>
                  <a:lnTo>
                    <a:pt x="262229" y="19977"/>
                  </a:lnTo>
                  <a:lnTo>
                    <a:pt x="259981" y="19050"/>
                  </a:lnTo>
                  <a:lnTo>
                    <a:pt x="197523" y="19050"/>
                  </a:lnTo>
                  <a:lnTo>
                    <a:pt x="195275" y="19977"/>
                  </a:lnTo>
                  <a:lnTo>
                    <a:pt x="191554" y="23698"/>
                  </a:lnTo>
                  <a:lnTo>
                    <a:pt x="190627" y="25946"/>
                  </a:lnTo>
                  <a:lnTo>
                    <a:pt x="190627" y="31203"/>
                  </a:lnTo>
                  <a:lnTo>
                    <a:pt x="191554" y="33451"/>
                  </a:lnTo>
                  <a:lnTo>
                    <a:pt x="195275" y="37172"/>
                  </a:lnTo>
                  <a:lnTo>
                    <a:pt x="197523" y="38100"/>
                  </a:lnTo>
                  <a:lnTo>
                    <a:pt x="259981" y="38100"/>
                  </a:lnTo>
                  <a:lnTo>
                    <a:pt x="262229" y="37172"/>
                  </a:lnTo>
                  <a:lnTo>
                    <a:pt x="265950" y="33451"/>
                  </a:lnTo>
                  <a:lnTo>
                    <a:pt x="266877" y="31203"/>
                  </a:lnTo>
                  <a:lnTo>
                    <a:pt x="266877" y="25946"/>
                  </a:lnTo>
                  <a:close/>
                </a:path>
                <a:path w="2019934" h="57150">
                  <a:moveTo>
                    <a:pt x="362191" y="25946"/>
                  </a:moveTo>
                  <a:lnTo>
                    <a:pt x="361264" y="23698"/>
                  </a:lnTo>
                  <a:lnTo>
                    <a:pt x="357543" y="19977"/>
                  </a:lnTo>
                  <a:lnTo>
                    <a:pt x="355295" y="19050"/>
                  </a:lnTo>
                  <a:lnTo>
                    <a:pt x="292836" y="19050"/>
                  </a:lnTo>
                  <a:lnTo>
                    <a:pt x="290588" y="19977"/>
                  </a:lnTo>
                  <a:lnTo>
                    <a:pt x="286867" y="23698"/>
                  </a:lnTo>
                  <a:lnTo>
                    <a:pt x="285940" y="25946"/>
                  </a:lnTo>
                  <a:lnTo>
                    <a:pt x="285940" y="31203"/>
                  </a:lnTo>
                  <a:lnTo>
                    <a:pt x="286867" y="33451"/>
                  </a:lnTo>
                  <a:lnTo>
                    <a:pt x="290588" y="37172"/>
                  </a:lnTo>
                  <a:lnTo>
                    <a:pt x="292836" y="38100"/>
                  </a:lnTo>
                  <a:lnTo>
                    <a:pt x="355295" y="38100"/>
                  </a:lnTo>
                  <a:lnTo>
                    <a:pt x="357543" y="37172"/>
                  </a:lnTo>
                  <a:lnTo>
                    <a:pt x="361264" y="33451"/>
                  </a:lnTo>
                  <a:lnTo>
                    <a:pt x="362191" y="31203"/>
                  </a:lnTo>
                  <a:lnTo>
                    <a:pt x="362191" y="25946"/>
                  </a:lnTo>
                  <a:close/>
                </a:path>
                <a:path w="2019934" h="57150">
                  <a:moveTo>
                    <a:pt x="457504" y="25946"/>
                  </a:moveTo>
                  <a:lnTo>
                    <a:pt x="456577" y="23698"/>
                  </a:lnTo>
                  <a:lnTo>
                    <a:pt x="452856" y="19977"/>
                  </a:lnTo>
                  <a:lnTo>
                    <a:pt x="450608" y="19050"/>
                  </a:lnTo>
                  <a:lnTo>
                    <a:pt x="388150" y="19050"/>
                  </a:lnTo>
                  <a:lnTo>
                    <a:pt x="385902" y="19977"/>
                  </a:lnTo>
                  <a:lnTo>
                    <a:pt x="382181" y="23698"/>
                  </a:lnTo>
                  <a:lnTo>
                    <a:pt x="381254" y="25946"/>
                  </a:lnTo>
                  <a:lnTo>
                    <a:pt x="381254" y="31203"/>
                  </a:lnTo>
                  <a:lnTo>
                    <a:pt x="382181" y="33451"/>
                  </a:lnTo>
                  <a:lnTo>
                    <a:pt x="385902" y="37172"/>
                  </a:lnTo>
                  <a:lnTo>
                    <a:pt x="388150" y="38100"/>
                  </a:lnTo>
                  <a:lnTo>
                    <a:pt x="450608" y="38100"/>
                  </a:lnTo>
                  <a:lnTo>
                    <a:pt x="452856" y="37172"/>
                  </a:lnTo>
                  <a:lnTo>
                    <a:pt x="456577" y="33451"/>
                  </a:lnTo>
                  <a:lnTo>
                    <a:pt x="457504" y="31203"/>
                  </a:lnTo>
                  <a:lnTo>
                    <a:pt x="457504" y="25946"/>
                  </a:lnTo>
                  <a:close/>
                </a:path>
                <a:path w="2019934" h="57150">
                  <a:moveTo>
                    <a:pt x="552818" y="25946"/>
                  </a:moveTo>
                  <a:lnTo>
                    <a:pt x="551891" y="23698"/>
                  </a:lnTo>
                  <a:lnTo>
                    <a:pt x="548157" y="19977"/>
                  </a:lnTo>
                  <a:lnTo>
                    <a:pt x="545922" y="19050"/>
                  </a:lnTo>
                  <a:lnTo>
                    <a:pt x="483463" y="19050"/>
                  </a:lnTo>
                  <a:lnTo>
                    <a:pt x="481215" y="19977"/>
                  </a:lnTo>
                  <a:lnTo>
                    <a:pt x="477494" y="23698"/>
                  </a:lnTo>
                  <a:lnTo>
                    <a:pt x="476567" y="25946"/>
                  </a:lnTo>
                  <a:lnTo>
                    <a:pt x="476567" y="31203"/>
                  </a:lnTo>
                  <a:lnTo>
                    <a:pt x="477494" y="33451"/>
                  </a:lnTo>
                  <a:lnTo>
                    <a:pt x="481215" y="37172"/>
                  </a:lnTo>
                  <a:lnTo>
                    <a:pt x="483463" y="38100"/>
                  </a:lnTo>
                  <a:lnTo>
                    <a:pt x="545922" y="38100"/>
                  </a:lnTo>
                  <a:lnTo>
                    <a:pt x="548157" y="37172"/>
                  </a:lnTo>
                  <a:lnTo>
                    <a:pt x="551891" y="33451"/>
                  </a:lnTo>
                  <a:lnTo>
                    <a:pt x="552818" y="31203"/>
                  </a:lnTo>
                  <a:lnTo>
                    <a:pt x="552818" y="25946"/>
                  </a:lnTo>
                  <a:close/>
                </a:path>
                <a:path w="2019934" h="57150">
                  <a:moveTo>
                    <a:pt x="648131" y="25946"/>
                  </a:moveTo>
                  <a:lnTo>
                    <a:pt x="647204" y="23698"/>
                  </a:lnTo>
                  <a:lnTo>
                    <a:pt x="643470" y="19977"/>
                  </a:lnTo>
                  <a:lnTo>
                    <a:pt x="641235" y="19050"/>
                  </a:lnTo>
                  <a:lnTo>
                    <a:pt x="578777" y="19050"/>
                  </a:lnTo>
                  <a:lnTo>
                    <a:pt x="576529" y="19977"/>
                  </a:lnTo>
                  <a:lnTo>
                    <a:pt x="572808" y="23698"/>
                  </a:lnTo>
                  <a:lnTo>
                    <a:pt x="571881" y="25946"/>
                  </a:lnTo>
                  <a:lnTo>
                    <a:pt x="571881" y="31203"/>
                  </a:lnTo>
                  <a:lnTo>
                    <a:pt x="572808" y="33451"/>
                  </a:lnTo>
                  <a:lnTo>
                    <a:pt x="576529" y="37172"/>
                  </a:lnTo>
                  <a:lnTo>
                    <a:pt x="578777" y="38100"/>
                  </a:lnTo>
                  <a:lnTo>
                    <a:pt x="641235" y="38100"/>
                  </a:lnTo>
                  <a:lnTo>
                    <a:pt x="643470" y="37172"/>
                  </a:lnTo>
                  <a:lnTo>
                    <a:pt x="647204" y="33451"/>
                  </a:lnTo>
                  <a:lnTo>
                    <a:pt x="648131" y="31203"/>
                  </a:lnTo>
                  <a:lnTo>
                    <a:pt x="648131" y="25946"/>
                  </a:lnTo>
                  <a:close/>
                </a:path>
                <a:path w="2019934" h="57150">
                  <a:moveTo>
                    <a:pt x="743445" y="25946"/>
                  </a:moveTo>
                  <a:lnTo>
                    <a:pt x="742505" y="23698"/>
                  </a:lnTo>
                  <a:lnTo>
                    <a:pt x="738784" y="19977"/>
                  </a:lnTo>
                  <a:lnTo>
                    <a:pt x="736536" y="19050"/>
                  </a:lnTo>
                  <a:lnTo>
                    <a:pt x="674090" y="19050"/>
                  </a:lnTo>
                  <a:lnTo>
                    <a:pt x="671842" y="19977"/>
                  </a:lnTo>
                  <a:lnTo>
                    <a:pt x="668121" y="23698"/>
                  </a:lnTo>
                  <a:lnTo>
                    <a:pt x="667194" y="25946"/>
                  </a:lnTo>
                  <a:lnTo>
                    <a:pt x="667194" y="31203"/>
                  </a:lnTo>
                  <a:lnTo>
                    <a:pt x="668121" y="33451"/>
                  </a:lnTo>
                  <a:lnTo>
                    <a:pt x="671842" y="37172"/>
                  </a:lnTo>
                  <a:lnTo>
                    <a:pt x="674090" y="38100"/>
                  </a:lnTo>
                  <a:lnTo>
                    <a:pt x="736536" y="38100"/>
                  </a:lnTo>
                  <a:lnTo>
                    <a:pt x="738784" y="37172"/>
                  </a:lnTo>
                  <a:lnTo>
                    <a:pt x="742505" y="33451"/>
                  </a:lnTo>
                  <a:lnTo>
                    <a:pt x="743445" y="31203"/>
                  </a:lnTo>
                  <a:lnTo>
                    <a:pt x="743445" y="25946"/>
                  </a:lnTo>
                  <a:close/>
                </a:path>
                <a:path w="2019934" h="57150">
                  <a:moveTo>
                    <a:pt x="838758" y="25946"/>
                  </a:moveTo>
                  <a:lnTo>
                    <a:pt x="837819" y="23698"/>
                  </a:lnTo>
                  <a:lnTo>
                    <a:pt x="834097" y="19977"/>
                  </a:lnTo>
                  <a:lnTo>
                    <a:pt x="831850" y="19050"/>
                  </a:lnTo>
                  <a:lnTo>
                    <a:pt x="769404" y="19050"/>
                  </a:lnTo>
                  <a:lnTo>
                    <a:pt x="767156" y="19977"/>
                  </a:lnTo>
                  <a:lnTo>
                    <a:pt x="763435" y="23698"/>
                  </a:lnTo>
                  <a:lnTo>
                    <a:pt x="762508" y="25946"/>
                  </a:lnTo>
                  <a:lnTo>
                    <a:pt x="762508" y="31203"/>
                  </a:lnTo>
                  <a:lnTo>
                    <a:pt x="763435" y="33451"/>
                  </a:lnTo>
                  <a:lnTo>
                    <a:pt x="767156" y="37172"/>
                  </a:lnTo>
                  <a:lnTo>
                    <a:pt x="769404" y="38100"/>
                  </a:lnTo>
                  <a:lnTo>
                    <a:pt x="831850" y="38100"/>
                  </a:lnTo>
                  <a:lnTo>
                    <a:pt x="834097" y="37172"/>
                  </a:lnTo>
                  <a:lnTo>
                    <a:pt x="837819" y="33451"/>
                  </a:lnTo>
                  <a:lnTo>
                    <a:pt x="838758" y="31203"/>
                  </a:lnTo>
                  <a:lnTo>
                    <a:pt x="838758" y="25946"/>
                  </a:lnTo>
                  <a:close/>
                </a:path>
                <a:path w="2019934" h="57150">
                  <a:moveTo>
                    <a:pt x="934072" y="25946"/>
                  </a:moveTo>
                  <a:lnTo>
                    <a:pt x="933132" y="23698"/>
                  </a:lnTo>
                  <a:lnTo>
                    <a:pt x="929411" y="19977"/>
                  </a:lnTo>
                  <a:lnTo>
                    <a:pt x="927163" y="19050"/>
                  </a:lnTo>
                  <a:lnTo>
                    <a:pt x="864717" y="19050"/>
                  </a:lnTo>
                  <a:lnTo>
                    <a:pt x="862469" y="19977"/>
                  </a:lnTo>
                  <a:lnTo>
                    <a:pt x="858748" y="23698"/>
                  </a:lnTo>
                  <a:lnTo>
                    <a:pt x="857821" y="25946"/>
                  </a:lnTo>
                  <a:lnTo>
                    <a:pt x="857821" y="31203"/>
                  </a:lnTo>
                  <a:lnTo>
                    <a:pt x="858748" y="33451"/>
                  </a:lnTo>
                  <a:lnTo>
                    <a:pt x="862469" y="37172"/>
                  </a:lnTo>
                  <a:lnTo>
                    <a:pt x="864717" y="38100"/>
                  </a:lnTo>
                  <a:lnTo>
                    <a:pt x="927163" y="38100"/>
                  </a:lnTo>
                  <a:lnTo>
                    <a:pt x="929411" y="37172"/>
                  </a:lnTo>
                  <a:lnTo>
                    <a:pt x="933132" y="33451"/>
                  </a:lnTo>
                  <a:lnTo>
                    <a:pt x="934072" y="31203"/>
                  </a:lnTo>
                  <a:lnTo>
                    <a:pt x="934072" y="25946"/>
                  </a:lnTo>
                  <a:close/>
                </a:path>
                <a:path w="2019934" h="57150">
                  <a:moveTo>
                    <a:pt x="1029385" y="25946"/>
                  </a:moveTo>
                  <a:lnTo>
                    <a:pt x="1028446" y="23698"/>
                  </a:lnTo>
                  <a:lnTo>
                    <a:pt x="1024724" y="19977"/>
                  </a:lnTo>
                  <a:lnTo>
                    <a:pt x="1022477" y="19050"/>
                  </a:lnTo>
                  <a:lnTo>
                    <a:pt x="960031" y="19050"/>
                  </a:lnTo>
                  <a:lnTo>
                    <a:pt x="957783" y="19977"/>
                  </a:lnTo>
                  <a:lnTo>
                    <a:pt x="954062" y="23698"/>
                  </a:lnTo>
                  <a:lnTo>
                    <a:pt x="953135" y="25946"/>
                  </a:lnTo>
                  <a:lnTo>
                    <a:pt x="953135" y="31203"/>
                  </a:lnTo>
                  <a:lnTo>
                    <a:pt x="954062" y="33451"/>
                  </a:lnTo>
                  <a:lnTo>
                    <a:pt x="957783" y="37172"/>
                  </a:lnTo>
                  <a:lnTo>
                    <a:pt x="960031" y="38100"/>
                  </a:lnTo>
                  <a:lnTo>
                    <a:pt x="1022477" y="38100"/>
                  </a:lnTo>
                  <a:lnTo>
                    <a:pt x="1024724" y="37172"/>
                  </a:lnTo>
                  <a:lnTo>
                    <a:pt x="1028446" y="33451"/>
                  </a:lnTo>
                  <a:lnTo>
                    <a:pt x="1029385" y="31203"/>
                  </a:lnTo>
                  <a:lnTo>
                    <a:pt x="1029385" y="25946"/>
                  </a:lnTo>
                  <a:close/>
                </a:path>
                <a:path w="2019934" h="57150">
                  <a:moveTo>
                    <a:pt x="1124699" y="25946"/>
                  </a:moveTo>
                  <a:lnTo>
                    <a:pt x="1123759" y="23698"/>
                  </a:lnTo>
                  <a:lnTo>
                    <a:pt x="1120038" y="19977"/>
                  </a:lnTo>
                  <a:lnTo>
                    <a:pt x="1117790" y="19050"/>
                  </a:lnTo>
                  <a:lnTo>
                    <a:pt x="1055344" y="19050"/>
                  </a:lnTo>
                  <a:lnTo>
                    <a:pt x="1053096" y="19977"/>
                  </a:lnTo>
                  <a:lnTo>
                    <a:pt x="1049375" y="23698"/>
                  </a:lnTo>
                  <a:lnTo>
                    <a:pt x="1048448" y="25946"/>
                  </a:lnTo>
                  <a:lnTo>
                    <a:pt x="1048448" y="31203"/>
                  </a:lnTo>
                  <a:lnTo>
                    <a:pt x="1049375" y="33451"/>
                  </a:lnTo>
                  <a:lnTo>
                    <a:pt x="1053096" y="37172"/>
                  </a:lnTo>
                  <a:lnTo>
                    <a:pt x="1055344" y="38100"/>
                  </a:lnTo>
                  <a:lnTo>
                    <a:pt x="1117790" y="38100"/>
                  </a:lnTo>
                  <a:lnTo>
                    <a:pt x="1120038" y="37172"/>
                  </a:lnTo>
                  <a:lnTo>
                    <a:pt x="1123759" y="33451"/>
                  </a:lnTo>
                  <a:lnTo>
                    <a:pt x="1124699" y="31203"/>
                  </a:lnTo>
                  <a:lnTo>
                    <a:pt x="1124699" y="25946"/>
                  </a:lnTo>
                  <a:close/>
                </a:path>
                <a:path w="2019934" h="57150">
                  <a:moveTo>
                    <a:pt x="1220012" y="25946"/>
                  </a:moveTo>
                  <a:lnTo>
                    <a:pt x="1219073" y="23698"/>
                  </a:lnTo>
                  <a:lnTo>
                    <a:pt x="1215351" y="19977"/>
                  </a:lnTo>
                  <a:lnTo>
                    <a:pt x="1213104" y="19050"/>
                  </a:lnTo>
                  <a:lnTo>
                    <a:pt x="1150658" y="19050"/>
                  </a:lnTo>
                  <a:lnTo>
                    <a:pt x="1148410" y="19977"/>
                  </a:lnTo>
                  <a:lnTo>
                    <a:pt x="1144689" y="23698"/>
                  </a:lnTo>
                  <a:lnTo>
                    <a:pt x="1143762" y="25946"/>
                  </a:lnTo>
                  <a:lnTo>
                    <a:pt x="1143762" y="31203"/>
                  </a:lnTo>
                  <a:lnTo>
                    <a:pt x="1144689" y="33451"/>
                  </a:lnTo>
                  <a:lnTo>
                    <a:pt x="1148410" y="37172"/>
                  </a:lnTo>
                  <a:lnTo>
                    <a:pt x="1150658" y="38100"/>
                  </a:lnTo>
                  <a:lnTo>
                    <a:pt x="1213104" y="38100"/>
                  </a:lnTo>
                  <a:lnTo>
                    <a:pt x="1215351" y="37172"/>
                  </a:lnTo>
                  <a:lnTo>
                    <a:pt x="1219073" y="33451"/>
                  </a:lnTo>
                  <a:lnTo>
                    <a:pt x="1220012" y="31203"/>
                  </a:lnTo>
                  <a:lnTo>
                    <a:pt x="1220012" y="25946"/>
                  </a:lnTo>
                  <a:close/>
                </a:path>
                <a:path w="2019934" h="57150">
                  <a:moveTo>
                    <a:pt x="1315313" y="25946"/>
                  </a:moveTo>
                  <a:lnTo>
                    <a:pt x="1314386" y="23698"/>
                  </a:lnTo>
                  <a:lnTo>
                    <a:pt x="1310665" y="19977"/>
                  </a:lnTo>
                  <a:lnTo>
                    <a:pt x="1308417" y="19050"/>
                  </a:lnTo>
                  <a:lnTo>
                    <a:pt x="1245971" y="19050"/>
                  </a:lnTo>
                  <a:lnTo>
                    <a:pt x="1243723" y="19977"/>
                  </a:lnTo>
                  <a:lnTo>
                    <a:pt x="1240002" y="23698"/>
                  </a:lnTo>
                  <a:lnTo>
                    <a:pt x="1239075" y="25946"/>
                  </a:lnTo>
                  <a:lnTo>
                    <a:pt x="1239075" y="31203"/>
                  </a:lnTo>
                  <a:lnTo>
                    <a:pt x="1240002" y="33451"/>
                  </a:lnTo>
                  <a:lnTo>
                    <a:pt x="1243723" y="37172"/>
                  </a:lnTo>
                  <a:lnTo>
                    <a:pt x="1245971" y="38100"/>
                  </a:lnTo>
                  <a:lnTo>
                    <a:pt x="1308417" y="38100"/>
                  </a:lnTo>
                  <a:lnTo>
                    <a:pt x="1310665" y="37172"/>
                  </a:lnTo>
                  <a:lnTo>
                    <a:pt x="1314386" y="33451"/>
                  </a:lnTo>
                  <a:lnTo>
                    <a:pt x="1315313" y="31203"/>
                  </a:lnTo>
                  <a:lnTo>
                    <a:pt x="1315313" y="25946"/>
                  </a:lnTo>
                  <a:close/>
                </a:path>
                <a:path w="2019934" h="57150">
                  <a:moveTo>
                    <a:pt x="1410627" y="25946"/>
                  </a:moveTo>
                  <a:lnTo>
                    <a:pt x="1409700" y="23698"/>
                  </a:lnTo>
                  <a:lnTo>
                    <a:pt x="1405978" y="19977"/>
                  </a:lnTo>
                  <a:lnTo>
                    <a:pt x="1403731" y="19050"/>
                  </a:lnTo>
                  <a:lnTo>
                    <a:pt x="1341285" y="19050"/>
                  </a:lnTo>
                  <a:lnTo>
                    <a:pt x="1339037" y="19977"/>
                  </a:lnTo>
                  <a:lnTo>
                    <a:pt x="1335316" y="23698"/>
                  </a:lnTo>
                  <a:lnTo>
                    <a:pt x="1334376" y="25946"/>
                  </a:lnTo>
                  <a:lnTo>
                    <a:pt x="1334376" y="31203"/>
                  </a:lnTo>
                  <a:lnTo>
                    <a:pt x="1335316" y="33451"/>
                  </a:lnTo>
                  <a:lnTo>
                    <a:pt x="1339037" y="37172"/>
                  </a:lnTo>
                  <a:lnTo>
                    <a:pt x="1341285" y="38100"/>
                  </a:lnTo>
                  <a:lnTo>
                    <a:pt x="1403731" y="38100"/>
                  </a:lnTo>
                  <a:lnTo>
                    <a:pt x="1405978" y="37172"/>
                  </a:lnTo>
                  <a:lnTo>
                    <a:pt x="1409700" y="33451"/>
                  </a:lnTo>
                  <a:lnTo>
                    <a:pt x="1410627" y="31203"/>
                  </a:lnTo>
                  <a:lnTo>
                    <a:pt x="1410627" y="25946"/>
                  </a:lnTo>
                  <a:close/>
                </a:path>
                <a:path w="2019934" h="57150">
                  <a:moveTo>
                    <a:pt x="1505940" y="25946"/>
                  </a:moveTo>
                  <a:lnTo>
                    <a:pt x="1505013" y="23698"/>
                  </a:lnTo>
                  <a:lnTo>
                    <a:pt x="1501292" y="19977"/>
                  </a:lnTo>
                  <a:lnTo>
                    <a:pt x="1499044" y="19050"/>
                  </a:lnTo>
                  <a:lnTo>
                    <a:pt x="1436598" y="19050"/>
                  </a:lnTo>
                  <a:lnTo>
                    <a:pt x="1434350" y="19977"/>
                  </a:lnTo>
                  <a:lnTo>
                    <a:pt x="1430629" y="23698"/>
                  </a:lnTo>
                  <a:lnTo>
                    <a:pt x="1429689" y="25946"/>
                  </a:lnTo>
                  <a:lnTo>
                    <a:pt x="1429689" y="31203"/>
                  </a:lnTo>
                  <a:lnTo>
                    <a:pt x="1430629" y="33451"/>
                  </a:lnTo>
                  <a:lnTo>
                    <a:pt x="1434350" y="37172"/>
                  </a:lnTo>
                  <a:lnTo>
                    <a:pt x="1436598" y="38100"/>
                  </a:lnTo>
                  <a:lnTo>
                    <a:pt x="1499044" y="38100"/>
                  </a:lnTo>
                  <a:lnTo>
                    <a:pt x="1501292" y="37172"/>
                  </a:lnTo>
                  <a:lnTo>
                    <a:pt x="1505013" y="33451"/>
                  </a:lnTo>
                  <a:lnTo>
                    <a:pt x="1505940" y="31203"/>
                  </a:lnTo>
                  <a:lnTo>
                    <a:pt x="1505940" y="25946"/>
                  </a:lnTo>
                  <a:close/>
                </a:path>
                <a:path w="2019934" h="57150">
                  <a:moveTo>
                    <a:pt x="1601254" y="25946"/>
                  </a:moveTo>
                  <a:lnTo>
                    <a:pt x="1600327" y="23698"/>
                  </a:lnTo>
                  <a:lnTo>
                    <a:pt x="1596605" y="19977"/>
                  </a:lnTo>
                  <a:lnTo>
                    <a:pt x="1594358" y="19050"/>
                  </a:lnTo>
                  <a:lnTo>
                    <a:pt x="1531912" y="19050"/>
                  </a:lnTo>
                  <a:lnTo>
                    <a:pt x="1529664" y="19977"/>
                  </a:lnTo>
                  <a:lnTo>
                    <a:pt x="1525943" y="23698"/>
                  </a:lnTo>
                  <a:lnTo>
                    <a:pt x="1525003" y="25946"/>
                  </a:lnTo>
                  <a:lnTo>
                    <a:pt x="1525003" y="31203"/>
                  </a:lnTo>
                  <a:lnTo>
                    <a:pt x="1525943" y="33451"/>
                  </a:lnTo>
                  <a:lnTo>
                    <a:pt x="1529664" y="37172"/>
                  </a:lnTo>
                  <a:lnTo>
                    <a:pt x="1531912" y="38100"/>
                  </a:lnTo>
                  <a:lnTo>
                    <a:pt x="1594358" y="38100"/>
                  </a:lnTo>
                  <a:lnTo>
                    <a:pt x="1596605" y="37172"/>
                  </a:lnTo>
                  <a:lnTo>
                    <a:pt x="1600327" y="33451"/>
                  </a:lnTo>
                  <a:lnTo>
                    <a:pt x="1601254" y="31203"/>
                  </a:lnTo>
                  <a:lnTo>
                    <a:pt x="1601254" y="25946"/>
                  </a:lnTo>
                  <a:close/>
                </a:path>
                <a:path w="2019934" h="57150">
                  <a:moveTo>
                    <a:pt x="1696567" y="25946"/>
                  </a:moveTo>
                  <a:lnTo>
                    <a:pt x="1695640" y="23698"/>
                  </a:lnTo>
                  <a:lnTo>
                    <a:pt x="1691919" y="19977"/>
                  </a:lnTo>
                  <a:lnTo>
                    <a:pt x="1689671" y="19050"/>
                  </a:lnTo>
                  <a:lnTo>
                    <a:pt x="1627225" y="19050"/>
                  </a:lnTo>
                  <a:lnTo>
                    <a:pt x="1624977" y="19977"/>
                  </a:lnTo>
                  <a:lnTo>
                    <a:pt x="1621256" y="23698"/>
                  </a:lnTo>
                  <a:lnTo>
                    <a:pt x="1620316" y="25946"/>
                  </a:lnTo>
                  <a:lnTo>
                    <a:pt x="1620316" y="31203"/>
                  </a:lnTo>
                  <a:lnTo>
                    <a:pt x="1621256" y="33451"/>
                  </a:lnTo>
                  <a:lnTo>
                    <a:pt x="1624977" y="37172"/>
                  </a:lnTo>
                  <a:lnTo>
                    <a:pt x="1627225" y="38100"/>
                  </a:lnTo>
                  <a:lnTo>
                    <a:pt x="1689671" y="38100"/>
                  </a:lnTo>
                  <a:lnTo>
                    <a:pt x="1691919" y="37172"/>
                  </a:lnTo>
                  <a:lnTo>
                    <a:pt x="1695640" y="33451"/>
                  </a:lnTo>
                  <a:lnTo>
                    <a:pt x="1696567" y="31203"/>
                  </a:lnTo>
                  <a:lnTo>
                    <a:pt x="1696567" y="25946"/>
                  </a:lnTo>
                  <a:close/>
                </a:path>
                <a:path w="2019934" h="57150">
                  <a:moveTo>
                    <a:pt x="1791881" y="25946"/>
                  </a:moveTo>
                  <a:lnTo>
                    <a:pt x="1790954" y="23698"/>
                  </a:lnTo>
                  <a:lnTo>
                    <a:pt x="1787232" y="19977"/>
                  </a:lnTo>
                  <a:lnTo>
                    <a:pt x="1784985" y="19050"/>
                  </a:lnTo>
                  <a:lnTo>
                    <a:pt x="1722539" y="19050"/>
                  </a:lnTo>
                  <a:lnTo>
                    <a:pt x="1720291" y="19977"/>
                  </a:lnTo>
                  <a:lnTo>
                    <a:pt x="1716570" y="23698"/>
                  </a:lnTo>
                  <a:lnTo>
                    <a:pt x="1715630" y="25946"/>
                  </a:lnTo>
                  <a:lnTo>
                    <a:pt x="1715630" y="31203"/>
                  </a:lnTo>
                  <a:lnTo>
                    <a:pt x="1716570" y="33451"/>
                  </a:lnTo>
                  <a:lnTo>
                    <a:pt x="1720291" y="37172"/>
                  </a:lnTo>
                  <a:lnTo>
                    <a:pt x="1722539" y="38100"/>
                  </a:lnTo>
                  <a:lnTo>
                    <a:pt x="1784985" y="38100"/>
                  </a:lnTo>
                  <a:lnTo>
                    <a:pt x="1787232" y="37172"/>
                  </a:lnTo>
                  <a:lnTo>
                    <a:pt x="1790954" y="33451"/>
                  </a:lnTo>
                  <a:lnTo>
                    <a:pt x="1791881" y="31203"/>
                  </a:lnTo>
                  <a:lnTo>
                    <a:pt x="1791881" y="25946"/>
                  </a:lnTo>
                  <a:close/>
                </a:path>
                <a:path w="2019934" h="57150">
                  <a:moveTo>
                    <a:pt x="1887194" y="25946"/>
                  </a:moveTo>
                  <a:lnTo>
                    <a:pt x="1886267" y="23698"/>
                  </a:lnTo>
                  <a:lnTo>
                    <a:pt x="1882546" y="19977"/>
                  </a:lnTo>
                  <a:lnTo>
                    <a:pt x="1880298" y="19050"/>
                  </a:lnTo>
                  <a:lnTo>
                    <a:pt x="1817839" y="19050"/>
                  </a:lnTo>
                  <a:lnTo>
                    <a:pt x="1815604" y="19977"/>
                  </a:lnTo>
                  <a:lnTo>
                    <a:pt x="1811870" y="23698"/>
                  </a:lnTo>
                  <a:lnTo>
                    <a:pt x="1810943" y="25946"/>
                  </a:lnTo>
                  <a:lnTo>
                    <a:pt x="1810943" y="31203"/>
                  </a:lnTo>
                  <a:lnTo>
                    <a:pt x="1811870" y="33451"/>
                  </a:lnTo>
                  <a:lnTo>
                    <a:pt x="1815604" y="37172"/>
                  </a:lnTo>
                  <a:lnTo>
                    <a:pt x="1817839" y="38100"/>
                  </a:lnTo>
                  <a:lnTo>
                    <a:pt x="1880298" y="38100"/>
                  </a:lnTo>
                  <a:lnTo>
                    <a:pt x="1882546" y="37172"/>
                  </a:lnTo>
                  <a:lnTo>
                    <a:pt x="1886267" y="33451"/>
                  </a:lnTo>
                  <a:lnTo>
                    <a:pt x="1887194" y="31203"/>
                  </a:lnTo>
                  <a:lnTo>
                    <a:pt x="1887194" y="25946"/>
                  </a:lnTo>
                  <a:close/>
                </a:path>
                <a:path w="2019934" h="57150">
                  <a:moveTo>
                    <a:pt x="2019350" y="28575"/>
                  </a:moveTo>
                  <a:lnTo>
                    <a:pt x="1981225" y="0"/>
                  </a:lnTo>
                  <a:lnTo>
                    <a:pt x="1981225" y="25946"/>
                  </a:lnTo>
                  <a:lnTo>
                    <a:pt x="1980285" y="23698"/>
                  </a:lnTo>
                  <a:lnTo>
                    <a:pt x="1976564" y="19977"/>
                  </a:lnTo>
                  <a:lnTo>
                    <a:pt x="1974316" y="19050"/>
                  </a:lnTo>
                  <a:lnTo>
                    <a:pt x="1913153" y="19050"/>
                  </a:lnTo>
                  <a:lnTo>
                    <a:pt x="1910918" y="19977"/>
                  </a:lnTo>
                  <a:lnTo>
                    <a:pt x="1907184" y="23698"/>
                  </a:lnTo>
                  <a:lnTo>
                    <a:pt x="1906257" y="25946"/>
                  </a:lnTo>
                  <a:lnTo>
                    <a:pt x="1906257" y="31203"/>
                  </a:lnTo>
                  <a:lnTo>
                    <a:pt x="1907184" y="33451"/>
                  </a:lnTo>
                  <a:lnTo>
                    <a:pt x="1910918" y="37172"/>
                  </a:lnTo>
                  <a:lnTo>
                    <a:pt x="1913153" y="38100"/>
                  </a:lnTo>
                  <a:lnTo>
                    <a:pt x="1974316" y="38100"/>
                  </a:lnTo>
                  <a:lnTo>
                    <a:pt x="1976564" y="37172"/>
                  </a:lnTo>
                  <a:lnTo>
                    <a:pt x="1980285" y="33451"/>
                  </a:lnTo>
                  <a:lnTo>
                    <a:pt x="1981225" y="31203"/>
                  </a:lnTo>
                  <a:lnTo>
                    <a:pt x="1981225" y="57150"/>
                  </a:lnTo>
                  <a:lnTo>
                    <a:pt x="201935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6262403" y="8163464"/>
              <a:ext cx="38735" cy="57150"/>
            </a:xfrm>
            <a:custGeom>
              <a:avLst/>
              <a:gdLst/>
              <a:ahLst/>
              <a:cxnLst/>
              <a:rect l="l" t="t" r="r" b="b"/>
              <a:pathLst>
                <a:path w="38734" h="57150">
                  <a:moveTo>
                    <a:pt x="0" y="0"/>
                  </a:moveTo>
                  <a:lnTo>
                    <a:pt x="38125" y="28574"/>
                  </a:lnTo>
                  <a:lnTo>
                    <a:pt x="0" y="57149"/>
                  </a:lnTo>
                  <a:lnTo>
                    <a:pt x="0" y="0"/>
                  </a:lnTo>
                  <a:close/>
                </a:path>
              </a:pathLst>
            </a:custGeom>
            <a:ln w="19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10509428" y="5257905"/>
            <a:ext cx="699135" cy="2536825"/>
          </a:xfrm>
          <a:custGeom>
            <a:avLst/>
            <a:gdLst/>
            <a:ahLst/>
            <a:cxnLst/>
            <a:rect l="l" t="t" r="r" b="b"/>
            <a:pathLst>
              <a:path w="699134" h="2536825">
                <a:moveTo>
                  <a:pt x="508877" y="2480137"/>
                </a:moveTo>
                <a:lnTo>
                  <a:pt x="516357" y="2487025"/>
                </a:lnTo>
                <a:lnTo>
                  <a:pt x="518808" y="2491869"/>
                </a:lnTo>
                <a:lnTo>
                  <a:pt x="519038" y="2497366"/>
                </a:lnTo>
                <a:lnTo>
                  <a:pt x="517805" y="2505169"/>
                </a:lnTo>
                <a:lnTo>
                  <a:pt x="513821" y="2511652"/>
                </a:lnTo>
                <a:lnTo>
                  <a:pt x="507688" y="2516157"/>
                </a:lnTo>
                <a:lnTo>
                  <a:pt x="500013" y="2518029"/>
                </a:lnTo>
                <a:lnTo>
                  <a:pt x="38546" y="2536734"/>
                </a:lnTo>
                <a:lnTo>
                  <a:pt x="37249" y="2536618"/>
                </a:lnTo>
                <a:lnTo>
                  <a:pt x="35440" y="2536355"/>
                </a:lnTo>
                <a:lnTo>
                  <a:pt x="34928" y="2536207"/>
                </a:lnTo>
                <a:lnTo>
                  <a:pt x="34358" y="2536005"/>
                </a:lnTo>
                <a:lnTo>
                  <a:pt x="33676" y="2535808"/>
                </a:lnTo>
                <a:lnTo>
                  <a:pt x="32939" y="2535670"/>
                </a:lnTo>
                <a:lnTo>
                  <a:pt x="32257" y="2535473"/>
                </a:lnTo>
                <a:lnTo>
                  <a:pt x="31628" y="2535217"/>
                </a:lnTo>
                <a:lnTo>
                  <a:pt x="30995" y="2534850"/>
                </a:lnTo>
                <a:lnTo>
                  <a:pt x="30366" y="2534595"/>
                </a:lnTo>
                <a:lnTo>
                  <a:pt x="29849" y="2534335"/>
                </a:lnTo>
                <a:lnTo>
                  <a:pt x="29279" y="2534133"/>
                </a:lnTo>
                <a:lnTo>
                  <a:pt x="28758" y="2533761"/>
                </a:lnTo>
                <a:lnTo>
                  <a:pt x="26933" y="2532619"/>
                </a:lnTo>
                <a:lnTo>
                  <a:pt x="24319" y="2530213"/>
                </a:lnTo>
                <a:lnTo>
                  <a:pt x="23031" y="2528488"/>
                </a:lnTo>
                <a:lnTo>
                  <a:pt x="22675" y="2528053"/>
                </a:lnTo>
                <a:lnTo>
                  <a:pt x="22427" y="2527501"/>
                </a:lnTo>
                <a:lnTo>
                  <a:pt x="21289" y="2525806"/>
                </a:lnTo>
                <a:lnTo>
                  <a:pt x="21036" y="2525142"/>
                </a:lnTo>
                <a:lnTo>
                  <a:pt x="20725" y="2524424"/>
                </a:lnTo>
                <a:lnTo>
                  <a:pt x="20531" y="2523814"/>
                </a:lnTo>
                <a:lnTo>
                  <a:pt x="20333" y="2523091"/>
                </a:lnTo>
                <a:lnTo>
                  <a:pt x="20143" y="2522593"/>
                </a:lnTo>
                <a:lnTo>
                  <a:pt x="19895" y="2522042"/>
                </a:lnTo>
                <a:lnTo>
                  <a:pt x="19425" y="2520207"/>
                </a:lnTo>
                <a:lnTo>
                  <a:pt x="19257" y="2518865"/>
                </a:lnTo>
                <a:lnTo>
                  <a:pt x="15548" y="2430031"/>
                </a:lnTo>
                <a:lnTo>
                  <a:pt x="86191" y="2495075"/>
                </a:lnTo>
                <a:lnTo>
                  <a:pt x="503847" y="2478094"/>
                </a:lnTo>
                <a:lnTo>
                  <a:pt x="508877" y="2480137"/>
                </a:lnTo>
                <a:close/>
              </a:path>
              <a:path w="699134" h="2536825">
                <a:moveTo>
                  <a:pt x="178441" y="5235"/>
                </a:moveTo>
                <a:lnTo>
                  <a:pt x="214399" y="39358"/>
                </a:lnTo>
                <a:lnTo>
                  <a:pt x="249171" y="74410"/>
                </a:lnTo>
                <a:lnTo>
                  <a:pt x="282745" y="110366"/>
                </a:lnTo>
                <a:lnTo>
                  <a:pt x="315111" y="147200"/>
                </a:lnTo>
                <a:lnTo>
                  <a:pt x="346255" y="184888"/>
                </a:lnTo>
                <a:lnTo>
                  <a:pt x="376168" y="223404"/>
                </a:lnTo>
                <a:lnTo>
                  <a:pt x="404836" y="262722"/>
                </a:lnTo>
                <a:lnTo>
                  <a:pt x="432249" y="302819"/>
                </a:lnTo>
                <a:lnTo>
                  <a:pt x="458395" y="343668"/>
                </a:lnTo>
                <a:lnTo>
                  <a:pt x="483262" y="385245"/>
                </a:lnTo>
                <a:lnTo>
                  <a:pt x="506839" y="427525"/>
                </a:lnTo>
                <a:lnTo>
                  <a:pt x="529114" y="470482"/>
                </a:lnTo>
                <a:lnTo>
                  <a:pt x="550076" y="514091"/>
                </a:lnTo>
                <a:lnTo>
                  <a:pt x="569713" y="558327"/>
                </a:lnTo>
                <a:lnTo>
                  <a:pt x="588013" y="603165"/>
                </a:lnTo>
                <a:lnTo>
                  <a:pt x="604965" y="648580"/>
                </a:lnTo>
                <a:lnTo>
                  <a:pt x="620557" y="694547"/>
                </a:lnTo>
                <a:lnTo>
                  <a:pt x="634779" y="741040"/>
                </a:lnTo>
                <a:lnTo>
                  <a:pt x="647617" y="788035"/>
                </a:lnTo>
                <a:lnTo>
                  <a:pt x="659060" y="835506"/>
                </a:lnTo>
                <a:lnTo>
                  <a:pt x="669098" y="883428"/>
                </a:lnTo>
                <a:lnTo>
                  <a:pt x="677718" y="931776"/>
                </a:lnTo>
                <a:lnTo>
                  <a:pt x="684909" y="980525"/>
                </a:lnTo>
                <a:lnTo>
                  <a:pt x="690659" y="1029650"/>
                </a:lnTo>
                <a:lnTo>
                  <a:pt x="694957" y="1079126"/>
                </a:lnTo>
                <a:lnTo>
                  <a:pt x="697790" y="1128927"/>
                </a:lnTo>
                <a:lnTo>
                  <a:pt x="699135" y="1178794"/>
                </a:lnTo>
                <a:lnTo>
                  <a:pt x="698994" y="1228454"/>
                </a:lnTo>
                <a:lnTo>
                  <a:pt x="697375" y="1277882"/>
                </a:lnTo>
                <a:lnTo>
                  <a:pt x="694288" y="1327050"/>
                </a:lnTo>
                <a:lnTo>
                  <a:pt x="689743" y="1375935"/>
                </a:lnTo>
                <a:lnTo>
                  <a:pt x="683749" y="1424509"/>
                </a:lnTo>
                <a:lnTo>
                  <a:pt x="676315" y="1472746"/>
                </a:lnTo>
                <a:lnTo>
                  <a:pt x="667451" y="1520622"/>
                </a:lnTo>
                <a:lnTo>
                  <a:pt x="657167" y="1568109"/>
                </a:lnTo>
                <a:lnTo>
                  <a:pt x="645471" y="1615183"/>
                </a:lnTo>
                <a:lnTo>
                  <a:pt x="632374" y="1661817"/>
                </a:lnTo>
                <a:lnTo>
                  <a:pt x="617884" y="1707985"/>
                </a:lnTo>
                <a:lnTo>
                  <a:pt x="602012" y="1753662"/>
                </a:lnTo>
                <a:lnTo>
                  <a:pt x="584766" y="1798821"/>
                </a:lnTo>
                <a:lnTo>
                  <a:pt x="566156" y="1843437"/>
                </a:lnTo>
                <a:lnTo>
                  <a:pt x="546192" y="1887484"/>
                </a:lnTo>
                <a:lnTo>
                  <a:pt x="524883" y="1930936"/>
                </a:lnTo>
                <a:lnTo>
                  <a:pt x="502238" y="1973767"/>
                </a:lnTo>
                <a:lnTo>
                  <a:pt x="478267" y="2015951"/>
                </a:lnTo>
                <a:lnTo>
                  <a:pt x="452979" y="2057463"/>
                </a:lnTo>
                <a:lnTo>
                  <a:pt x="426384" y="2098276"/>
                </a:lnTo>
                <a:lnTo>
                  <a:pt x="398491" y="2138364"/>
                </a:lnTo>
                <a:lnTo>
                  <a:pt x="369310" y="2177703"/>
                </a:lnTo>
                <a:lnTo>
                  <a:pt x="338850" y="2216265"/>
                </a:lnTo>
                <a:lnTo>
                  <a:pt x="307121" y="2254026"/>
                </a:lnTo>
                <a:lnTo>
                  <a:pt x="279159" y="2285329"/>
                </a:lnTo>
                <a:lnTo>
                  <a:pt x="86191" y="2495075"/>
                </a:lnTo>
                <a:lnTo>
                  <a:pt x="56912" y="2468117"/>
                </a:lnTo>
                <a:lnTo>
                  <a:pt x="249882" y="2258372"/>
                </a:lnTo>
                <a:lnTo>
                  <a:pt x="276981" y="2228036"/>
                </a:lnTo>
                <a:lnTo>
                  <a:pt x="307759" y="2191417"/>
                </a:lnTo>
                <a:lnTo>
                  <a:pt x="337241" y="2154116"/>
                </a:lnTo>
                <a:lnTo>
                  <a:pt x="365429" y="2116161"/>
                </a:lnTo>
                <a:lnTo>
                  <a:pt x="392324" y="2077582"/>
                </a:lnTo>
                <a:lnTo>
                  <a:pt x="417926" y="2038408"/>
                </a:lnTo>
                <a:lnTo>
                  <a:pt x="442238" y="1998668"/>
                </a:lnTo>
                <a:lnTo>
                  <a:pt x="465260" y="1958393"/>
                </a:lnTo>
                <a:lnTo>
                  <a:pt x="486994" y="1917611"/>
                </a:lnTo>
                <a:lnTo>
                  <a:pt x="507441" y="1876351"/>
                </a:lnTo>
                <a:lnTo>
                  <a:pt x="526602" y="1834644"/>
                </a:lnTo>
                <a:lnTo>
                  <a:pt x="544479" y="1792518"/>
                </a:lnTo>
                <a:lnTo>
                  <a:pt x="561072" y="1750003"/>
                </a:lnTo>
                <a:lnTo>
                  <a:pt x="576383" y="1707129"/>
                </a:lnTo>
                <a:lnTo>
                  <a:pt x="590412" y="1663923"/>
                </a:lnTo>
                <a:lnTo>
                  <a:pt x="603163" y="1620417"/>
                </a:lnTo>
                <a:lnTo>
                  <a:pt x="614634" y="1576639"/>
                </a:lnTo>
                <a:lnTo>
                  <a:pt x="624829" y="1532619"/>
                </a:lnTo>
                <a:lnTo>
                  <a:pt x="633747" y="1488385"/>
                </a:lnTo>
                <a:lnTo>
                  <a:pt x="641391" y="1443969"/>
                </a:lnTo>
                <a:lnTo>
                  <a:pt x="647761" y="1399398"/>
                </a:lnTo>
                <a:lnTo>
                  <a:pt x="652859" y="1354702"/>
                </a:lnTo>
                <a:lnTo>
                  <a:pt x="656686" y="1309911"/>
                </a:lnTo>
                <a:lnTo>
                  <a:pt x="659243" y="1265053"/>
                </a:lnTo>
                <a:lnTo>
                  <a:pt x="660531" y="1220159"/>
                </a:lnTo>
                <a:lnTo>
                  <a:pt x="660552" y="1175258"/>
                </a:lnTo>
                <a:lnTo>
                  <a:pt x="659307" y="1130379"/>
                </a:lnTo>
                <a:lnTo>
                  <a:pt x="656797" y="1085551"/>
                </a:lnTo>
                <a:lnTo>
                  <a:pt x="653023" y="1040804"/>
                </a:lnTo>
                <a:lnTo>
                  <a:pt x="647986" y="996167"/>
                </a:lnTo>
                <a:lnTo>
                  <a:pt x="641689" y="951670"/>
                </a:lnTo>
                <a:lnTo>
                  <a:pt x="634131" y="907341"/>
                </a:lnTo>
                <a:lnTo>
                  <a:pt x="625314" y="863211"/>
                </a:lnTo>
                <a:lnTo>
                  <a:pt x="615240" y="819309"/>
                </a:lnTo>
                <a:lnTo>
                  <a:pt x="603910" y="775664"/>
                </a:lnTo>
                <a:lnTo>
                  <a:pt x="591324" y="732305"/>
                </a:lnTo>
                <a:lnTo>
                  <a:pt x="577485" y="689262"/>
                </a:lnTo>
                <a:lnTo>
                  <a:pt x="562393" y="646564"/>
                </a:lnTo>
                <a:lnTo>
                  <a:pt x="546050" y="604240"/>
                </a:lnTo>
                <a:lnTo>
                  <a:pt x="528456" y="562321"/>
                </a:lnTo>
                <a:lnTo>
                  <a:pt x="509613" y="520834"/>
                </a:lnTo>
                <a:lnTo>
                  <a:pt x="489523" y="479811"/>
                </a:lnTo>
                <a:lnTo>
                  <a:pt x="468186" y="439279"/>
                </a:lnTo>
                <a:lnTo>
                  <a:pt x="445604" y="399269"/>
                </a:lnTo>
                <a:lnTo>
                  <a:pt x="421778" y="359810"/>
                </a:lnTo>
                <a:lnTo>
                  <a:pt x="396709" y="320930"/>
                </a:lnTo>
                <a:lnTo>
                  <a:pt x="370399" y="282661"/>
                </a:lnTo>
                <a:lnTo>
                  <a:pt x="342848" y="245030"/>
                </a:lnTo>
                <a:lnTo>
                  <a:pt x="314058" y="208067"/>
                </a:lnTo>
                <a:lnTo>
                  <a:pt x="284030" y="171802"/>
                </a:lnTo>
                <a:lnTo>
                  <a:pt x="252766" y="136265"/>
                </a:lnTo>
                <a:lnTo>
                  <a:pt x="220266" y="101483"/>
                </a:lnTo>
                <a:lnTo>
                  <a:pt x="186532" y="67488"/>
                </a:lnTo>
                <a:lnTo>
                  <a:pt x="151564" y="34307"/>
                </a:lnTo>
                <a:lnTo>
                  <a:pt x="146938" y="27990"/>
                </a:lnTo>
                <a:lnTo>
                  <a:pt x="145176" y="20619"/>
                </a:lnTo>
                <a:lnTo>
                  <a:pt x="146315" y="13109"/>
                </a:lnTo>
                <a:lnTo>
                  <a:pt x="150395" y="6375"/>
                </a:lnTo>
                <a:lnTo>
                  <a:pt x="156772" y="1754"/>
                </a:lnTo>
                <a:lnTo>
                  <a:pt x="164175" y="0"/>
                </a:lnTo>
                <a:lnTo>
                  <a:pt x="171699" y="1147"/>
                </a:lnTo>
                <a:lnTo>
                  <a:pt x="178441" y="5235"/>
                </a:lnTo>
                <a:close/>
              </a:path>
              <a:path w="699134" h="2536825">
                <a:moveTo>
                  <a:pt x="33319" y="2042105"/>
                </a:moveTo>
                <a:lnTo>
                  <a:pt x="37832" y="2048242"/>
                </a:lnTo>
                <a:lnTo>
                  <a:pt x="39712" y="2055919"/>
                </a:lnTo>
                <a:lnTo>
                  <a:pt x="56912" y="2468117"/>
                </a:lnTo>
                <a:lnTo>
                  <a:pt x="15548" y="2430031"/>
                </a:lnTo>
                <a:lnTo>
                  <a:pt x="0" y="2057534"/>
                </a:lnTo>
                <a:lnTo>
                  <a:pt x="1232" y="2049730"/>
                </a:lnTo>
                <a:lnTo>
                  <a:pt x="5217" y="2043248"/>
                </a:lnTo>
                <a:lnTo>
                  <a:pt x="11349" y="2038742"/>
                </a:lnTo>
                <a:lnTo>
                  <a:pt x="19025" y="2036871"/>
                </a:lnTo>
                <a:lnTo>
                  <a:pt x="26830" y="2038113"/>
                </a:lnTo>
                <a:lnTo>
                  <a:pt x="33319" y="2042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988044" y="4760916"/>
            <a:ext cx="1410970" cy="2290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105"/>
              </a:spcBef>
            </a:pPr>
            <a:r>
              <a:rPr dirty="0" sz="5800" spc="-965" b="1">
                <a:solidFill>
                  <a:srgbClr val="FFFFFF"/>
                </a:solidFill>
                <a:latin typeface="Verdana"/>
                <a:cs typeface="Verdana"/>
              </a:rPr>
              <a:t>01</a:t>
            </a:r>
            <a:endParaRPr sz="5800">
              <a:latin typeface="Verdana"/>
              <a:cs typeface="Verdana"/>
            </a:endParaRPr>
          </a:p>
          <a:p>
            <a:pPr marL="50800" marR="5080" indent="-38735">
              <a:lnSpc>
                <a:spcPct val="115599"/>
              </a:lnSpc>
              <a:spcBef>
                <a:spcPts val="5310"/>
              </a:spcBef>
            </a:pPr>
            <a:r>
              <a:rPr dirty="0" sz="2000" spc="-114" b="1">
                <a:solidFill>
                  <a:srgbClr val="F9B80C"/>
                </a:solidFill>
                <a:latin typeface="Verdana"/>
                <a:cs typeface="Verdana"/>
              </a:rPr>
              <a:t>S</a:t>
            </a:r>
            <a:r>
              <a:rPr dirty="0" sz="2000" spc="-30" b="1">
                <a:solidFill>
                  <a:srgbClr val="F9B80C"/>
                </a:solidFill>
                <a:latin typeface="Verdana"/>
                <a:cs typeface="Verdana"/>
              </a:rPr>
              <a:t>e</a:t>
            </a:r>
            <a:r>
              <a:rPr dirty="0" sz="2000" spc="-70" b="1">
                <a:solidFill>
                  <a:srgbClr val="F9B80C"/>
                </a:solidFill>
                <a:latin typeface="Verdana"/>
                <a:cs typeface="Verdana"/>
              </a:rPr>
              <a:t>a</a:t>
            </a:r>
            <a:r>
              <a:rPr dirty="0" sz="2000" spc="-100" b="1">
                <a:solidFill>
                  <a:srgbClr val="F9B80C"/>
                </a:solidFill>
                <a:latin typeface="Verdana"/>
                <a:cs typeface="Verdana"/>
              </a:rPr>
              <a:t>r</a:t>
            </a:r>
            <a:r>
              <a:rPr dirty="0" sz="2000" spc="40" b="1">
                <a:solidFill>
                  <a:srgbClr val="F9B80C"/>
                </a:solidFill>
                <a:latin typeface="Verdana"/>
                <a:cs typeface="Verdana"/>
              </a:rPr>
              <a:t>c</a:t>
            </a:r>
            <a:r>
              <a:rPr dirty="0" sz="2000" spc="-20" b="1">
                <a:solidFill>
                  <a:srgbClr val="F9B80C"/>
                </a:solidFill>
                <a:latin typeface="Verdana"/>
                <a:cs typeface="Verdana"/>
              </a:rPr>
              <a:t>h</a:t>
            </a:r>
            <a:r>
              <a:rPr dirty="0" sz="2000" spc="-55" b="1">
                <a:solidFill>
                  <a:srgbClr val="F9B80C"/>
                </a:solidFill>
                <a:latin typeface="Verdana"/>
                <a:cs typeface="Verdana"/>
              </a:rPr>
              <a:t>i</a:t>
            </a:r>
            <a:r>
              <a:rPr dirty="0" sz="2000" spc="-20" b="1">
                <a:solidFill>
                  <a:srgbClr val="F9B80C"/>
                </a:solidFill>
                <a:latin typeface="Verdana"/>
                <a:cs typeface="Verdana"/>
              </a:rPr>
              <a:t>n</a:t>
            </a:r>
            <a:r>
              <a:rPr dirty="0" sz="2000" spc="20" b="1">
                <a:solidFill>
                  <a:srgbClr val="F9B80C"/>
                </a:solidFill>
                <a:latin typeface="Verdana"/>
                <a:cs typeface="Verdana"/>
              </a:rPr>
              <a:t>g  </a:t>
            </a:r>
            <a:r>
              <a:rPr dirty="0" sz="2000" spc="-30" b="1">
                <a:solidFill>
                  <a:srgbClr val="F9B80C"/>
                </a:solidFill>
                <a:latin typeface="Verdana"/>
                <a:cs typeface="Verdana"/>
              </a:rPr>
              <a:t>f</a:t>
            </a:r>
            <a:r>
              <a:rPr dirty="0" sz="2000" spc="-30" b="1">
                <a:solidFill>
                  <a:srgbClr val="F9B80C"/>
                </a:solidFill>
                <a:latin typeface="Verdana"/>
                <a:cs typeface="Verdana"/>
              </a:rPr>
              <a:t>o</a:t>
            </a:r>
            <a:r>
              <a:rPr dirty="0" sz="2000" spc="-95" b="1">
                <a:solidFill>
                  <a:srgbClr val="F9B80C"/>
                </a:solidFill>
                <a:latin typeface="Verdana"/>
                <a:cs typeface="Verdana"/>
              </a:rPr>
              <a:t>r</a:t>
            </a:r>
            <a:r>
              <a:rPr dirty="0" sz="2000" spc="-95" b="1">
                <a:solidFill>
                  <a:srgbClr val="F9B80C"/>
                </a:solidFill>
                <a:latin typeface="Verdana"/>
                <a:cs typeface="Verdana"/>
              </a:rPr>
              <a:t> </a:t>
            </a:r>
            <a:r>
              <a:rPr dirty="0" sz="2000" spc="-10" b="1">
                <a:solidFill>
                  <a:srgbClr val="F9B80C"/>
                </a:solidFill>
                <a:latin typeface="Verdana"/>
                <a:cs typeface="Verdana"/>
              </a:rPr>
              <a:t>t</a:t>
            </a:r>
            <a:r>
              <a:rPr dirty="0" sz="2000" spc="-30" b="1">
                <a:solidFill>
                  <a:srgbClr val="F9B80C"/>
                </a:solidFill>
                <a:latin typeface="Verdana"/>
                <a:cs typeface="Verdana"/>
              </a:rPr>
              <a:t>o</a:t>
            </a:r>
            <a:r>
              <a:rPr dirty="0" sz="2000" spc="5" b="1">
                <a:solidFill>
                  <a:srgbClr val="F9B80C"/>
                </a:solidFill>
                <a:latin typeface="Verdana"/>
                <a:cs typeface="Verdana"/>
              </a:rPr>
              <a:t>p</a:t>
            </a:r>
            <a:r>
              <a:rPr dirty="0" sz="2000" spc="-55" b="1">
                <a:solidFill>
                  <a:srgbClr val="F9B80C"/>
                </a:solidFill>
                <a:latin typeface="Verdana"/>
                <a:cs typeface="Verdana"/>
              </a:rPr>
              <a:t>i</a:t>
            </a:r>
            <a:r>
              <a:rPr dirty="0" sz="2000" spc="40" b="1">
                <a:solidFill>
                  <a:srgbClr val="F9B80C"/>
                </a:solidFill>
                <a:latin typeface="Verdana"/>
                <a:cs typeface="Verdana"/>
              </a:rPr>
              <a:t>c</a:t>
            </a:r>
            <a:r>
              <a:rPr dirty="0" sz="2000" spc="-80" b="1">
                <a:solidFill>
                  <a:srgbClr val="F9B80C"/>
                </a:solidFill>
                <a:latin typeface="Verdana"/>
                <a:cs typeface="Verdana"/>
              </a:rPr>
              <a:t>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05801" y="4760916"/>
            <a:ext cx="1749425" cy="2297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5915">
              <a:lnSpc>
                <a:spcPct val="100000"/>
              </a:lnSpc>
              <a:spcBef>
                <a:spcPts val="105"/>
              </a:spcBef>
            </a:pPr>
            <a:r>
              <a:rPr dirty="0" sz="5800" spc="-400" b="1">
                <a:solidFill>
                  <a:srgbClr val="FFFFFF"/>
                </a:solidFill>
                <a:latin typeface="Verdana"/>
                <a:cs typeface="Verdana"/>
              </a:rPr>
              <a:t>02</a:t>
            </a:r>
            <a:endParaRPr sz="5800">
              <a:latin typeface="Verdana"/>
              <a:cs typeface="Verdana"/>
            </a:endParaRPr>
          </a:p>
          <a:p>
            <a:pPr marL="414655" marR="5080" indent="-402590">
              <a:lnSpc>
                <a:spcPct val="115599"/>
              </a:lnSpc>
              <a:spcBef>
                <a:spcPts val="5365"/>
              </a:spcBef>
            </a:pPr>
            <a:r>
              <a:rPr dirty="0" sz="2000" spc="45" b="1">
                <a:solidFill>
                  <a:srgbClr val="F9B80C"/>
                </a:solidFill>
                <a:latin typeface="Verdana"/>
                <a:cs typeface="Verdana"/>
              </a:rPr>
              <a:t>C</a:t>
            </a:r>
            <a:r>
              <a:rPr dirty="0" sz="2000" spc="-100" b="1">
                <a:solidFill>
                  <a:srgbClr val="F9B80C"/>
                </a:solidFill>
                <a:latin typeface="Verdana"/>
                <a:cs typeface="Verdana"/>
              </a:rPr>
              <a:t>r</a:t>
            </a:r>
            <a:r>
              <a:rPr dirty="0" sz="2000" spc="-30" b="1">
                <a:solidFill>
                  <a:srgbClr val="F9B80C"/>
                </a:solidFill>
                <a:latin typeface="Verdana"/>
                <a:cs typeface="Verdana"/>
              </a:rPr>
              <a:t>e</a:t>
            </a:r>
            <a:r>
              <a:rPr dirty="0" sz="2000" spc="-70" b="1">
                <a:solidFill>
                  <a:srgbClr val="F9B80C"/>
                </a:solidFill>
                <a:latin typeface="Verdana"/>
                <a:cs typeface="Verdana"/>
              </a:rPr>
              <a:t>a</a:t>
            </a:r>
            <a:r>
              <a:rPr dirty="0" sz="2000" spc="-10" b="1">
                <a:solidFill>
                  <a:srgbClr val="F9B80C"/>
                </a:solidFill>
                <a:latin typeface="Verdana"/>
                <a:cs typeface="Verdana"/>
              </a:rPr>
              <a:t>t</a:t>
            </a:r>
            <a:r>
              <a:rPr dirty="0" sz="2000" spc="-55" b="1">
                <a:solidFill>
                  <a:srgbClr val="F9B80C"/>
                </a:solidFill>
                <a:latin typeface="Verdana"/>
                <a:cs typeface="Verdana"/>
              </a:rPr>
              <a:t>i</a:t>
            </a:r>
            <a:r>
              <a:rPr dirty="0" sz="2000" spc="-20" b="1">
                <a:solidFill>
                  <a:srgbClr val="F9B80C"/>
                </a:solidFill>
                <a:latin typeface="Verdana"/>
                <a:cs typeface="Verdana"/>
              </a:rPr>
              <a:t>n</a:t>
            </a:r>
            <a:r>
              <a:rPr dirty="0" sz="2000" spc="30" b="1">
                <a:solidFill>
                  <a:srgbClr val="F9B80C"/>
                </a:solidFill>
                <a:latin typeface="Verdana"/>
                <a:cs typeface="Verdana"/>
              </a:rPr>
              <a:t>g</a:t>
            </a:r>
            <a:r>
              <a:rPr dirty="0" sz="2000" spc="-95" b="1">
                <a:solidFill>
                  <a:srgbClr val="F9B80C"/>
                </a:solidFill>
                <a:latin typeface="Verdana"/>
                <a:cs typeface="Verdana"/>
              </a:rPr>
              <a:t> </a:t>
            </a:r>
            <a:r>
              <a:rPr dirty="0" sz="2000" spc="-10" b="1">
                <a:solidFill>
                  <a:srgbClr val="F9B80C"/>
                </a:solidFill>
                <a:latin typeface="Verdana"/>
                <a:cs typeface="Verdana"/>
              </a:rPr>
              <a:t>t</a:t>
            </a:r>
            <a:r>
              <a:rPr dirty="0" sz="2000" spc="-20" b="1">
                <a:solidFill>
                  <a:srgbClr val="F9B80C"/>
                </a:solidFill>
                <a:latin typeface="Verdana"/>
                <a:cs typeface="Verdana"/>
              </a:rPr>
              <a:t>h</a:t>
            </a:r>
            <a:r>
              <a:rPr dirty="0" sz="2000" spc="-20" b="1">
                <a:solidFill>
                  <a:srgbClr val="F9B80C"/>
                </a:solidFill>
                <a:latin typeface="Verdana"/>
                <a:cs typeface="Verdana"/>
              </a:rPr>
              <a:t>e  </a:t>
            </a:r>
            <a:r>
              <a:rPr dirty="0" sz="2000" spc="-55" b="1">
                <a:solidFill>
                  <a:srgbClr val="F9B80C"/>
                </a:solidFill>
                <a:latin typeface="Verdana"/>
                <a:cs typeface="Verdana"/>
              </a:rPr>
              <a:t>survey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78650" y="4760916"/>
            <a:ext cx="1577975" cy="2290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8285">
              <a:lnSpc>
                <a:spcPct val="100000"/>
              </a:lnSpc>
              <a:spcBef>
                <a:spcPts val="105"/>
              </a:spcBef>
            </a:pPr>
            <a:r>
              <a:rPr dirty="0" sz="5800" spc="-390" b="1">
                <a:solidFill>
                  <a:srgbClr val="FFFFFF"/>
                </a:solidFill>
                <a:latin typeface="Verdana"/>
                <a:cs typeface="Verdana"/>
              </a:rPr>
              <a:t>03</a:t>
            </a:r>
            <a:endParaRPr sz="5800">
              <a:latin typeface="Verdana"/>
              <a:cs typeface="Verdana"/>
            </a:endParaRPr>
          </a:p>
          <a:p>
            <a:pPr marL="12700" marR="5080" indent="128270">
              <a:lnSpc>
                <a:spcPct val="115599"/>
              </a:lnSpc>
              <a:spcBef>
                <a:spcPts val="5310"/>
              </a:spcBef>
            </a:pPr>
            <a:r>
              <a:rPr dirty="0" sz="2000" spc="-20" b="1">
                <a:solidFill>
                  <a:srgbClr val="F9B80C"/>
                </a:solidFill>
                <a:latin typeface="Verdana"/>
                <a:cs typeface="Verdana"/>
              </a:rPr>
              <a:t>Choosing </a:t>
            </a:r>
            <a:r>
              <a:rPr dirty="0" sz="2000" spc="-15" b="1">
                <a:solidFill>
                  <a:srgbClr val="F9B80C"/>
                </a:solidFill>
                <a:latin typeface="Verdana"/>
                <a:cs typeface="Verdana"/>
              </a:rPr>
              <a:t> </a:t>
            </a:r>
            <a:r>
              <a:rPr dirty="0" sz="2000" spc="-20" b="1">
                <a:solidFill>
                  <a:srgbClr val="F9B80C"/>
                </a:solidFill>
                <a:latin typeface="Verdana"/>
                <a:cs typeface="Verdana"/>
              </a:rPr>
              <a:t>the</a:t>
            </a:r>
            <a:r>
              <a:rPr dirty="0" sz="2000" spc="-155" b="1">
                <a:solidFill>
                  <a:srgbClr val="F9B80C"/>
                </a:solidFill>
                <a:latin typeface="Verdana"/>
                <a:cs typeface="Verdana"/>
              </a:rPr>
              <a:t> </a:t>
            </a:r>
            <a:r>
              <a:rPr dirty="0" sz="2000" spc="-40" b="1">
                <a:solidFill>
                  <a:srgbClr val="F9B80C"/>
                </a:solidFill>
                <a:latin typeface="Verdana"/>
                <a:cs typeface="Verdana"/>
              </a:rPr>
              <a:t>subject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17526" y="1473037"/>
            <a:ext cx="1523365" cy="7823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950" spc="25" b="1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4950" spc="-140" b="1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4950" spc="-195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4950" spc="-70" b="1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49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51101" y="1333549"/>
            <a:ext cx="7590155" cy="1511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800" spc="5">
                <a:solidFill>
                  <a:srgbClr val="FFFFFF"/>
                </a:solidFill>
                <a:latin typeface="Verdana"/>
                <a:cs typeface="Verdana"/>
              </a:rPr>
              <a:t>Since</a:t>
            </a:r>
            <a:r>
              <a:rPr dirty="0" sz="28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our</a:t>
            </a:r>
            <a:r>
              <a:rPr dirty="0" sz="28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65">
                <a:solidFill>
                  <a:srgbClr val="FFFFFF"/>
                </a:solidFill>
                <a:latin typeface="Verdana"/>
                <a:cs typeface="Verdana"/>
              </a:rPr>
              <a:t>topic</a:t>
            </a:r>
            <a:r>
              <a:rPr dirty="0" sz="28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0">
                <a:solidFill>
                  <a:srgbClr val="FFFFFF"/>
                </a:solidFill>
                <a:latin typeface="Verdana"/>
                <a:cs typeface="Verdana"/>
              </a:rPr>
              <a:t>was</a:t>
            </a:r>
            <a:r>
              <a:rPr dirty="0" sz="28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55">
                <a:solidFill>
                  <a:srgbClr val="FFFFFF"/>
                </a:solidFill>
                <a:latin typeface="Verdana"/>
                <a:cs typeface="Verdana"/>
              </a:rPr>
              <a:t>quite</a:t>
            </a:r>
            <a:r>
              <a:rPr dirty="0" sz="28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65">
                <a:solidFill>
                  <a:srgbClr val="FFFFFF"/>
                </a:solidFill>
                <a:latin typeface="Verdana"/>
                <a:cs typeface="Verdana"/>
              </a:rPr>
              <a:t>large,</a:t>
            </a:r>
            <a:r>
              <a:rPr dirty="0" sz="28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9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dirty="0" sz="280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75">
                <a:solidFill>
                  <a:srgbClr val="FFFFFF"/>
                </a:solidFill>
                <a:latin typeface="Verdana"/>
                <a:cs typeface="Verdana"/>
              </a:rPr>
              <a:t>had</a:t>
            </a:r>
            <a:r>
              <a:rPr dirty="0" sz="2800" spc="-11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4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dirty="0" sz="2800" spc="-9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narrow </a:t>
            </a:r>
            <a:r>
              <a:rPr dirty="0" sz="2800" spc="5">
                <a:solidFill>
                  <a:srgbClr val="FFFFFF"/>
                </a:solidFill>
                <a:latin typeface="Verdana"/>
                <a:cs typeface="Verdana"/>
              </a:rPr>
              <a:t>it </a:t>
            </a:r>
            <a:r>
              <a:rPr dirty="0" sz="2800" spc="120">
                <a:solidFill>
                  <a:srgbClr val="FFFFFF"/>
                </a:solidFill>
                <a:latin typeface="Verdana"/>
                <a:cs typeface="Verdana"/>
              </a:rPr>
              <a:t>down </a:t>
            </a:r>
            <a:r>
              <a:rPr dirty="0" sz="2800" spc="4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dirty="0" sz="2800" spc="-3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dirty="0" sz="2800" spc="55">
                <a:solidFill>
                  <a:srgbClr val="FFFFFF"/>
                </a:solidFill>
                <a:latin typeface="Verdana"/>
                <a:cs typeface="Verdana"/>
              </a:rPr>
              <a:t>more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specific 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part </a:t>
            </a:r>
            <a:r>
              <a:rPr dirty="0" sz="2800" spc="5">
                <a:solidFill>
                  <a:srgbClr val="FFFFFF"/>
                </a:solidFill>
                <a:latin typeface="Verdana"/>
                <a:cs typeface="Verdana"/>
              </a:rPr>
              <a:t>of </a:t>
            </a:r>
            <a:r>
              <a:rPr dirty="0" sz="2800" spc="-96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9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10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800" spc="-20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11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800" spc="3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4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-7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0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800" spc="-7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800" spc="-8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-200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11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800" spc="3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40845" y="7673551"/>
            <a:ext cx="1598295" cy="23526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07645">
              <a:lnSpc>
                <a:spcPct val="100000"/>
              </a:lnSpc>
              <a:spcBef>
                <a:spcPts val="110"/>
              </a:spcBef>
            </a:pPr>
            <a:r>
              <a:rPr dirty="0" sz="5950" spc="-105" b="1">
                <a:solidFill>
                  <a:srgbClr val="FFFFFF"/>
                </a:solidFill>
                <a:latin typeface="Verdana"/>
                <a:cs typeface="Verdana"/>
              </a:rPr>
              <a:t>04</a:t>
            </a:r>
            <a:endParaRPr sz="5950">
              <a:latin typeface="Verdana"/>
              <a:cs typeface="Verdana"/>
            </a:endParaRPr>
          </a:p>
          <a:p>
            <a:pPr marL="264795" marR="5080" indent="-252729">
              <a:lnSpc>
                <a:spcPct val="115900"/>
              </a:lnSpc>
              <a:spcBef>
                <a:spcPts val="5465"/>
              </a:spcBef>
            </a:pPr>
            <a:r>
              <a:rPr dirty="0" sz="2050" spc="45" b="1">
                <a:solidFill>
                  <a:srgbClr val="F9B80C"/>
                </a:solidFill>
                <a:latin typeface="Verdana"/>
                <a:cs typeface="Verdana"/>
              </a:rPr>
              <a:t>C</a:t>
            </a:r>
            <a:r>
              <a:rPr dirty="0" sz="2050" spc="-20" b="1">
                <a:solidFill>
                  <a:srgbClr val="F9B80C"/>
                </a:solidFill>
                <a:latin typeface="Verdana"/>
                <a:cs typeface="Verdana"/>
              </a:rPr>
              <a:t>h</a:t>
            </a:r>
            <a:r>
              <a:rPr dirty="0" sz="2050" spc="-25" b="1">
                <a:solidFill>
                  <a:srgbClr val="F9B80C"/>
                </a:solidFill>
                <a:latin typeface="Verdana"/>
                <a:cs typeface="Verdana"/>
              </a:rPr>
              <a:t>oo</a:t>
            </a:r>
            <a:r>
              <a:rPr dirty="0" sz="2050" spc="-85" b="1">
                <a:solidFill>
                  <a:srgbClr val="F9B80C"/>
                </a:solidFill>
                <a:latin typeface="Verdana"/>
                <a:cs typeface="Verdana"/>
              </a:rPr>
              <a:t>s</a:t>
            </a:r>
            <a:r>
              <a:rPr dirty="0" sz="2050" spc="-55" b="1">
                <a:solidFill>
                  <a:srgbClr val="F9B80C"/>
                </a:solidFill>
                <a:latin typeface="Verdana"/>
                <a:cs typeface="Verdana"/>
              </a:rPr>
              <a:t>i</a:t>
            </a:r>
            <a:r>
              <a:rPr dirty="0" sz="2050" spc="-20" b="1">
                <a:solidFill>
                  <a:srgbClr val="F9B80C"/>
                </a:solidFill>
                <a:latin typeface="Verdana"/>
                <a:cs typeface="Verdana"/>
              </a:rPr>
              <a:t>n</a:t>
            </a:r>
            <a:r>
              <a:rPr dirty="0" sz="2050" spc="35" b="1">
                <a:solidFill>
                  <a:srgbClr val="F9B80C"/>
                </a:solidFill>
                <a:latin typeface="Verdana"/>
                <a:cs typeface="Verdana"/>
              </a:rPr>
              <a:t>g</a:t>
            </a:r>
            <a:r>
              <a:rPr dirty="0" sz="2050" spc="-100" b="1">
                <a:solidFill>
                  <a:srgbClr val="F9B80C"/>
                </a:solidFill>
                <a:latin typeface="Verdana"/>
                <a:cs typeface="Verdana"/>
              </a:rPr>
              <a:t> </a:t>
            </a:r>
            <a:r>
              <a:rPr dirty="0" sz="2050" spc="-45" b="1">
                <a:solidFill>
                  <a:srgbClr val="F9B80C"/>
                </a:solidFill>
                <a:latin typeface="Verdana"/>
                <a:cs typeface="Verdana"/>
              </a:rPr>
              <a:t>a  </a:t>
            </a:r>
            <a:r>
              <a:rPr dirty="0" sz="2050" spc="-35" b="1">
                <a:solidFill>
                  <a:srgbClr val="F9B80C"/>
                </a:solidFill>
                <a:latin typeface="Verdana"/>
                <a:cs typeface="Verdana"/>
              </a:rPr>
              <a:t>dataset</a:t>
            </a:r>
            <a:endParaRPr sz="205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952572" y="7673551"/>
            <a:ext cx="1003935" cy="934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950" spc="-155" b="1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dirty="0" sz="5950" spc="-615" b="1">
                <a:solidFill>
                  <a:srgbClr val="FFFFFF"/>
                </a:solidFill>
                <a:latin typeface="Verdana"/>
                <a:cs typeface="Verdana"/>
              </a:rPr>
              <a:t>5</a:t>
            </a:r>
            <a:endParaRPr sz="595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614779" y="9497700"/>
            <a:ext cx="1707514" cy="3435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40" b="1">
                <a:solidFill>
                  <a:srgbClr val="F9B80C"/>
                </a:solidFill>
                <a:latin typeface="Verdana"/>
                <a:cs typeface="Verdana"/>
              </a:rPr>
              <a:t>A</a:t>
            </a:r>
            <a:r>
              <a:rPr dirty="0" sz="2050" spc="-10" b="1">
                <a:solidFill>
                  <a:srgbClr val="F9B80C"/>
                </a:solidFill>
                <a:latin typeface="Verdana"/>
                <a:cs typeface="Verdana"/>
              </a:rPr>
              <a:t>n</a:t>
            </a:r>
            <a:r>
              <a:rPr dirty="0" sz="2050" spc="-65" b="1">
                <a:solidFill>
                  <a:srgbClr val="F9B80C"/>
                </a:solidFill>
                <a:latin typeface="Verdana"/>
                <a:cs typeface="Verdana"/>
              </a:rPr>
              <a:t>a</a:t>
            </a:r>
            <a:r>
              <a:rPr dirty="0" sz="2050" spc="-50" b="1">
                <a:solidFill>
                  <a:srgbClr val="F9B80C"/>
                </a:solidFill>
                <a:latin typeface="Verdana"/>
                <a:cs typeface="Verdana"/>
              </a:rPr>
              <a:t>l</a:t>
            </a:r>
            <a:r>
              <a:rPr dirty="0" sz="2050" spc="-45" b="1">
                <a:solidFill>
                  <a:srgbClr val="F9B80C"/>
                </a:solidFill>
                <a:latin typeface="Verdana"/>
                <a:cs typeface="Verdana"/>
              </a:rPr>
              <a:t>y</a:t>
            </a:r>
            <a:r>
              <a:rPr dirty="0" sz="2050" spc="-80" b="1">
                <a:solidFill>
                  <a:srgbClr val="F9B80C"/>
                </a:solidFill>
                <a:latin typeface="Verdana"/>
                <a:cs typeface="Verdana"/>
              </a:rPr>
              <a:t>s</a:t>
            </a:r>
            <a:r>
              <a:rPr dirty="0" sz="2050" spc="-50" b="1">
                <a:solidFill>
                  <a:srgbClr val="F9B80C"/>
                </a:solidFill>
                <a:latin typeface="Verdana"/>
                <a:cs typeface="Verdana"/>
              </a:rPr>
              <a:t>i</a:t>
            </a:r>
            <a:r>
              <a:rPr dirty="0" sz="2050" spc="-10" b="1">
                <a:solidFill>
                  <a:srgbClr val="F9B80C"/>
                </a:solidFill>
                <a:latin typeface="Verdana"/>
                <a:cs typeface="Verdana"/>
              </a:rPr>
              <a:t>n</a:t>
            </a:r>
            <a:r>
              <a:rPr dirty="0" sz="2050" spc="35" b="1">
                <a:solidFill>
                  <a:srgbClr val="F9B80C"/>
                </a:solidFill>
                <a:latin typeface="Verdana"/>
                <a:cs typeface="Verdana"/>
              </a:rPr>
              <a:t>g</a:t>
            </a:r>
            <a:r>
              <a:rPr dirty="0" sz="2050" spc="-95" b="1">
                <a:solidFill>
                  <a:srgbClr val="F9B80C"/>
                </a:solidFill>
                <a:latin typeface="Verdana"/>
                <a:cs typeface="Verdana"/>
              </a:rPr>
              <a:t> </a:t>
            </a:r>
            <a:r>
              <a:rPr dirty="0" sz="2050" spc="-50" b="1">
                <a:solidFill>
                  <a:srgbClr val="F9B80C"/>
                </a:solidFill>
                <a:latin typeface="Verdana"/>
                <a:cs typeface="Verdana"/>
              </a:rPr>
              <a:t>i</a:t>
            </a:r>
            <a:r>
              <a:rPr dirty="0" sz="2050" spc="-5" b="1">
                <a:solidFill>
                  <a:srgbClr val="F9B80C"/>
                </a:solidFill>
                <a:latin typeface="Verdana"/>
                <a:cs typeface="Verdana"/>
              </a:rPr>
              <a:t>t</a:t>
            </a:r>
            <a:endParaRPr sz="20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617943" y="7673551"/>
            <a:ext cx="1035685" cy="934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950" spc="-155" b="1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dirty="0" sz="5950" spc="-365" b="1">
                <a:solidFill>
                  <a:srgbClr val="FFFFFF"/>
                </a:solidFill>
                <a:latin typeface="Verdana"/>
                <a:cs typeface="Verdana"/>
              </a:rPr>
              <a:t>6</a:t>
            </a:r>
            <a:endParaRPr sz="595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296020" y="9497700"/>
            <a:ext cx="1645285" cy="3435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50" b="1">
                <a:solidFill>
                  <a:srgbClr val="F9B80C"/>
                </a:solidFill>
                <a:latin typeface="Verdana"/>
                <a:cs typeface="Verdana"/>
              </a:rPr>
              <a:t>C</a:t>
            </a:r>
            <a:r>
              <a:rPr dirty="0" sz="2050" spc="-20" b="1">
                <a:solidFill>
                  <a:srgbClr val="F9B80C"/>
                </a:solidFill>
                <a:latin typeface="Verdana"/>
                <a:cs typeface="Verdana"/>
              </a:rPr>
              <a:t>o</a:t>
            </a:r>
            <a:r>
              <a:rPr dirty="0" sz="2050" spc="-10" b="1">
                <a:solidFill>
                  <a:srgbClr val="F9B80C"/>
                </a:solidFill>
                <a:latin typeface="Verdana"/>
                <a:cs typeface="Verdana"/>
              </a:rPr>
              <a:t>n</a:t>
            </a:r>
            <a:r>
              <a:rPr dirty="0" sz="2050" spc="50" b="1">
                <a:solidFill>
                  <a:srgbClr val="F9B80C"/>
                </a:solidFill>
                <a:latin typeface="Verdana"/>
                <a:cs typeface="Verdana"/>
              </a:rPr>
              <a:t>c</a:t>
            </a:r>
            <a:r>
              <a:rPr dirty="0" sz="2050" spc="-50" b="1">
                <a:solidFill>
                  <a:srgbClr val="F9B80C"/>
                </a:solidFill>
                <a:latin typeface="Verdana"/>
                <a:cs typeface="Verdana"/>
              </a:rPr>
              <a:t>l</a:t>
            </a:r>
            <a:r>
              <a:rPr dirty="0" sz="2050" spc="-20" b="1">
                <a:solidFill>
                  <a:srgbClr val="F9B80C"/>
                </a:solidFill>
                <a:latin typeface="Verdana"/>
                <a:cs typeface="Verdana"/>
              </a:rPr>
              <a:t>u</a:t>
            </a:r>
            <a:r>
              <a:rPr dirty="0" sz="2050" spc="20" b="1">
                <a:solidFill>
                  <a:srgbClr val="F9B80C"/>
                </a:solidFill>
                <a:latin typeface="Verdana"/>
                <a:cs typeface="Verdana"/>
              </a:rPr>
              <a:t>d</a:t>
            </a:r>
            <a:r>
              <a:rPr dirty="0" sz="2050" spc="-50" b="1">
                <a:solidFill>
                  <a:srgbClr val="F9B80C"/>
                </a:solidFill>
                <a:latin typeface="Verdana"/>
                <a:cs typeface="Verdana"/>
              </a:rPr>
              <a:t>i</a:t>
            </a:r>
            <a:r>
              <a:rPr dirty="0" sz="2050" spc="-10" b="1">
                <a:solidFill>
                  <a:srgbClr val="F9B80C"/>
                </a:solidFill>
                <a:latin typeface="Verdana"/>
                <a:cs typeface="Verdana"/>
              </a:rPr>
              <a:t>n</a:t>
            </a:r>
            <a:r>
              <a:rPr dirty="0" sz="2050" spc="35" b="1">
                <a:solidFill>
                  <a:srgbClr val="F9B80C"/>
                </a:solidFill>
                <a:latin typeface="Verdana"/>
                <a:cs typeface="Verdana"/>
              </a:rPr>
              <a:t>g</a:t>
            </a:r>
            <a:endParaRPr sz="2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28700"/>
            <a:ext cx="8896350" cy="9258300"/>
            <a:chOff x="0" y="1028700"/>
            <a:chExt cx="8896350" cy="9258300"/>
          </a:xfrm>
        </p:grpSpPr>
        <p:sp>
          <p:nvSpPr>
            <p:cNvPr id="3" name="object 3"/>
            <p:cNvSpPr/>
            <p:nvPr/>
          </p:nvSpPr>
          <p:spPr>
            <a:xfrm>
              <a:off x="0" y="1028700"/>
              <a:ext cx="8896350" cy="9258300"/>
            </a:xfrm>
            <a:custGeom>
              <a:avLst/>
              <a:gdLst/>
              <a:ahLst/>
              <a:cxnLst/>
              <a:rect l="l" t="t" r="r" b="b"/>
              <a:pathLst>
                <a:path w="8896350" h="9258300">
                  <a:moveTo>
                    <a:pt x="8896349" y="9258299"/>
                  </a:moveTo>
                  <a:lnTo>
                    <a:pt x="0" y="9258299"/>
                  </a:lnTo>
                  <a:lnTo>
                    <a:pt x="0" y="0"/>
                  </a:lnTo>
                  <a:lnTo>
                    <a:pt x="8896349" y="0"/>
                  </a:lnTo>
                  <a:lnTo>
                    <a:pt x="8896349" y="9258299"/>
                  </a:lnTo>
                  <a:close/>
                </a:path>
              </a:pathLst>
            </a:custGeom>
            <a:solidFill>
              <a:srgbClr val="4A641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841313"/>
              <a:ext cx="2847826" cy="244568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40037" y="0"/>
            <a:ext cx="2847961" cy="24455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47822" y="2878829"/>
            <a:ext cx="6894145" cy="496268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3225381"/>
            <a:ext cx="4080510" cy="78232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950" spc="-229">
                <a:solidFill>
                  <a:srgbClr val="F9B80C"/>
                </a:solidFill>
              </a:rPr>
              <a:t>T</a:t>
            </a:r>
            <a:r>
              <a:rPr dirty="0" sz="4950" spc="-75">
                <a:solidFill>
                  <a:srgbClr val="F9B80C"/>
                </a:solidFill>
              </a:rPr>
              <a:t>h</a:t>
            </a:r>
            <a:r>
              <a:rPr dirty="0" sz="4950" spc="-100">
                <a:solidFill>
                  <a:srgbClr val="F9B80C"/>
                </a:solidFill>
              </a:rPr>
              <a:t>e</a:t>
            </a:r>
            <a:r>
              <a:rPr dirty="0" sz="4950" spc="-250">
                <a:solidFill>
                  <a:srgbClr val="F9B80C"/>
                </a:solidFill>
              </a:rPr>
              <a:t> </a:t>
            </a:r>
            <a:r>
              <a:rPr dirty="0" sz="4950" spc="-15">
                <a:solidFill>
                  <a:srgbClr val="F9B80C"/>
                </a:solidFill>
              </a:rPr>
              <a:t>D</a:t>
            </a:r>
            <a:r>
              <a:rPr dirty="0" sz="4950" spc="-195">
                <a:solidFill>
                  <a:srgbClr val="F9B80C"/>
                </a:solidFill>
              </a:rPr>
              <a:t>a</a:t>
            </a:r>
            <a:r>
              <a:rPr dirty="0" sz="4950" spc="-45">
                <a:solidFill>
                  <a:srgbClr val="F9B80C"/>
                </a:solidFill>
              </a:rPr>
              <a:t>t</a:t>
            </a:r>
            <a:r>
              <a:rPr dirty="0" sz="4950" spc="-195">
                <a:solidFill>
                  <a:srgbClr val="F9B80C"/>
                </a:solidFill>
              </a:rPr>
              <a:t>a</a:t>
            </a:r>
            <a:r>
              <a:rPr dirty="0" sz="4950" spc="-229">
                <a:solidFill>
                  <a:srgbClr val="F9B80C"/>
                </a:solidFill>
              </a:rPr>
              <a:t>s</a:t>
            </a:r>
            <a:r>
              <a:rPr dirty="0" sz="4950" spc="-105">
                <a:solidFill>
                  <a:srgbClr val="F9B80C"/>
                </a:solidFill>
              </a:rPr>
              <a:t>e</a:t>
            </a:r>
            <a:r>
              <a:rPr dirty="0" sz="4950" spc="-40">
                <a:solidFill>
                  <a:srgbClr val="F9B80C"/>
                </a:solidFill>
              </a:rPr>
              <a:t>t</a:t>
            </a:r>
            <a:endParaRPr sz="4950"/>
          </a:p>
        </p:txBody>
      </p:sp>
      <p:sp>
        <p:nvSpPr>
          <p:cNvPr id="8" name="object 8"/>
          <p:cNvSpPr txBox="1"/>
          <p:nvPr/>
        </p:nvSpPr>
        <p:spPr>
          <a:xfrm>
            <a:off x="1002470" y="4088080"/>
            <a:ext cx="6889115" cy="2006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800" spc="5">
                <a:solidFill>
                  <a:srgbClr val="FFFFFF"/>
                </a:solidFill>
                <a:latin typeface="Verdana"/>
                <a:cs typeface="Verdana"/>
              </a:rPr>
              <a:t>The dataset </a:t>
            </a:r>
            <a:r>
              <a:rPr dirty="0" sz="2800" spc="90">
                <a:solidFill>
                  <a:srgbClr val="FFFFFF"/>
                </a:solidFill>
                <a:latin typeface="Verdana"/>
                <a:cs typeface="Verdana"/>
              </a:rPr>
              <a:t>we </a:t>
            </a:r>
            <a:r>
              <a:rPr dirty="0" sz="2800" spc="45">
                <a:solidFill>
                  <a:srgbClr val="FFFFFF"/>
                </a:solidFill>
                <a:latin typeface="Verdana"/>
                <a:cs typeface="Verdana"/>
              </a:rPr>
              <a:t>used </a:t>
            </a:r>
            <a:r>
              <a:rPr dirty="0" sz="2800" spc="10">
                <a:solidFill>
                  <a:srgbClr val="FFFFFF"/>
                </a:solidFill>
                <a:latin typeface="Verdana"/>
                <a:cs typeface="Verdana"/>
              </a:rPr>
              <a:t>was </a:t>
            </a:r>
            <a:r>
              <a:rPr dirty="0" sz="2800" spc="-3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dirty="0" sz="2800" spc="5">
                <a:solidFill>
                  <a:srgbClr val="FFFFFF"/>
                </a:solidFill>
                <a:latin typeface="Verdana"/>
                <a:cs typeface="Verdana"/>
              </a:rPr>
              <a:t>dataset </a:t>
            </a:r>
            <a:r>
              <a:rPr dirty="0" sz="2800" spc="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35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dirty="0" sz="280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40">
                <a:solidFill>
                  <a:srgbClr val="FFFFFF"/>
                </a:solidFill>
                <a:latin typeface="Verdana"/>
                <a:cs typeface="Verdana"/>
              </a:rPr>
              <a:t>lists</a:t>
            </a:r>
            <a:r>
              <a:rPr dirty="0" sz="28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55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2800" spc="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45">
                <a:solidFill>
                  <a:srgbClr val="FFFFFF"/>
                </a:solidFill>
                <a:latin typeface="Verdana"/>
                <a:cs typeface="Verdana"/>
              </a:rPr>
              <a:t>online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Verdana"/>
                <a:cs typeface="Verdana"/>
              </a:rPr>
              <a:t>sales</a:t>
            </a:r>
            <a:r>
              <a:rPr dirty="0" sz="28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35">
                <a:solidFill>
                  <a:srgbClr val="FFFFFF"/>
                </a:solidFill>
                <a:latin typeface="Verdana"/>
                <a:cs typeface="Verdana"/>
              </a:rPr>
              <a:t>that </a:t>
            </a:r>
            <a:r>
              <a:rPr dirty="0" sz="280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occurred in </a:t>
            </a:r>
            <a:r>
              <a:rPr dirty="0" sz="2800" spc="55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USA 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for </a:t>
            </a:r>
            <a:r>
              <a:rPr dirty="0" sz="2800" spc="-3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dirty="0" sz="2800" spc="-135">
                <a:solidFill>
                  <a:srgbClr val="FFFFFF"/>
                </a:solidFill>
                <a:latin typeface="Verdana"/>
                <a:cs typeface="Verdana"/>
              </a:rPr>
              <a:t>year, </a:t>
            </a:r>
            <a:r>
              <a:rPr dirty="0" sz="2800" spc="45">
                <a:solidFill>
                  <a:srgbClr val="FFFFFF"/>
                </a:solidFill>
                <a:latin typeface="Verdana"/>
                <a:cs typeface="Verdana"/>
              </a:rPr>
              <a:t>from 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4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1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7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195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dirty="0" sz="2800" spc="65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dirty="0" sz="2800" spc="-195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dirty="0" sz="2800" spc="70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5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20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24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7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195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dirty="0" sz="2800" spc="65">
                <a:solidFill>
                  <a:srgbClr val="FFFFFF"/>
                </a:solidFill>
                <a:latin typeface="Verdana"/>
                <a:cs typeface="Verdana"/>
              </a:rPr>
              <a:t>0</a:t>
            </a:r>
            <a:r>
              <a:rPr dirty="0" sz="2800" spc="-195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dirty="0" sz="2800" spc="-775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dirty="0" sz="2800" spc="-425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39346" y="8733624"/>
            <a:ext cx="1523999" cy="15533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25148" y="675727"/>
            <a:ext cx="1523999" cy="17716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0" y="3"/>
            <a:ext cx="9144000" cy="7096125"/>
          </a:xfrm>
          <a:custGeom>
            <a:avLst/>
            <a:gdLst/>
            <a:ahLst/>
            <a:cxnLst/>
            <a:rect l="l" t="t" r="r" b="b"/>
            <a:pathLst>
              <a:path w="9144000" h="7096125">
                <a:moveTo>
                  <a:pt x="9143999" y="7096124"/>
                </a:moveTo>
                <a:lnTo>
                  <a:pt x="0" y="7096124"/>
                </a:lnTo>
                <a:lnTo>
                  <a:pt x="0" y="0"/>
                </a:lnTo>
                <a:lnTo>
                  <a:pt x="9143999" y="0"/>
                </a:lnTo>
                <a:lnTo>
                  <a:pt x="9143999" y="7096124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9177209"/>
            <a:ext cx="5334000" cy="1109980"/>
          </a:xfrm>
          <a:custGeom>
            <a:avLst/>
            <a:gdLst/>
            <a:ahLst/>
            <a:cxnLst/>
            <a:rect l="l" t="t" r="r" b="b"/>
            <a:pathLst>
              <a:path w="5334000" h="1109979">
                <a:moveTo>
                  <a:pt x="0" y="0"/>
                </a:moveTo>
                <a:lnTo>
                  <a:pt x="5333999" y="0"/>
                </a:lnTo>
                <a:lnTo>
                  <a:pt x="5333999" y="1109790"/>
                </a:lnTo>
                <a:lnTo>
                  <a:pt x="0" y="1109790"/>
                </a:lnTo>
                <a:lnTo>
                  <a:pt x="0" y="0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40037" y="7841316"/>
            <a:ext cx="2847961" cy="24456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"/>
            <a:ext cx="2847974" cy="24455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96046" y="8847120"/>
            <a:ext cx="1523999" cy="14398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898627"/>
            <a:ext cx="9143999" cy="45719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075583"/>
            <a:ext cx="9144000" cy="7211695"/>
            <a:chOff x="0" y="3075583"/>
            <a:chExt cx="9144000" cy="721169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075583"/>
              <a:ext cx="9143999" cy="2828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5908661"/>
              <a:ext cx="5553074" cy="4378338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407228" y="1851399"/>
            <a:ext cx="5864225" cy="78232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950" spc="-150">
                <a:solidFill>
                  <a:srgbClr val="F9B80C"/>
                </a:solidFill>
              </a:rPr>
              <a:t>H</a:t>
            </a:r>
            <a:r>
              <a:rPr dirty="0" sz="4950" spc="-100">
                <a:solidFill>
                  <a:srgbClr val="F9B80C"/>
                </a:solidFill>
              </a:rPr>
              <a:t>o</a:t>
            </a:r>
            <a:r>
              <a:rPr dirty="0" sz="4950" spc="-105">
                <a:solidFill>
                  <a:srgbClr val="F9B80C"/>
                </a:solidFill>
              </a:rPr>
              <a:t>w</a:t>
            </a:r>
            <a:r>
              <a:rPr dirty="0" sz="4950" spc="-250">
                <a:solidFill>
                  <a:srgbClr val="F9B80C"/>
                </a:solidFill>
              </a:rPr>
              <a:t> </a:t>
            </a:r>
            <a:r>
              <a:rPr dirty="0" sz="4950" spc="-35">
                <a:solidFill>
                  <a:srgbClr val="F9B80C"/>
                </a:solidFill>
              </a:rPr>
              <a:t>t</a:t>
            </a:r>
            <a:r>
              <a:rPr dirty="0" sz="4950" spc="-95">
                <a:solidFill>
                  <a:srgbClr val="F9B80C"/>
                </a:solidFill>
              </a:rPr>
              <a:t>o</a:t>
            </a:r>
            <a:r>
              <a:rPr dirty="0" sz="4950" spc="-250">
                <a:solidFill>
                  <a:srgbClr val="F9B80C"/>
                </a:solidFill>
              </a:rPr>
              <a:t> </a:t>
            </a:r>
            <a:r>
              <a:rPr dirty="0" sz="4950" spc="-195">
                <a:solidFill>
                  <a:srgbClr val="F9B80C"/>
                </a:solidFill>
              </a:rPr>
              <a:t>a</a:t>
            </a:r>
            <a:r>
              <a:rPr dirty="0" sz="4950" spc="-75">
                <a:solidFill>
                  <a:srgbClr val="F9B80C"/>
                </a:solidFill>
              </a:rPr>
              <a:t>n</a:t>
            </a:r>
            <a:r>
              <a:rPr dirty="0" sz="4950" spc="-195">
                <a:solidFill>
                  <a:srgbClr val="F9B80C"/>
                </a:solidFill>
              </a:rPr>
              <a:t>a</a:t>
            </a:r>
            <a:r>
              <a:rPr dirty="0" sz="4950" spc="-140">
                <a:solidFill>
                  <a:srgbClr val="F9B80C"/>
                </a:solidFill>
              </a:rPr>
              <a:t>l</a:t>
            </a:r>
            <a:r>
              <a:rPr dirty="0" sz="4950" spc="-150">
                <a:solidFill>
                  <a:srgbClr val="F9B80C"/>
                </a:solidFill>
              </a:rPr>
              <a:t>y</a:t>
            </a:r>
            <a:r>
              <a:rPr dirty="0" sz="4950" spc="-195">
                <a:solidFill>
                  <a:srgbClr val="F9B80C"/>
                </a:solidFill>
              </a:rPr>
              <a:t>z</a:t>
            </a:r>
            <a:r>
              <a:rPr dirty="0" sz="4950" spc="-100">
                <a:solidFill>
                  <a:srgbClr val="F9B80C"/>
                </a:solidFill>
              </a:rPr>
              <a:t>e</a:t>
            </a:r>
            <a:r>
              <a:rPr dirty="0" sz="4950" spc="-250">
                <a:solidFill>
                  <a:srgbClr val="F9B80C"/>
                </a:solidFill>
              </a:rPr>
              <a:t> </a:t>
            </a:r>
            <a:r>
              <a:rPr dirty="0" sz="4950" spc="-140">
                <a:solidFill>
                  <a:srgbClr val="F9B80C"/>
                </a:solidFill>
              </a:rPr>
              <a:t>i</a:t>
            </a:r>
            <a:r>
              <a:rPr dirty="0" sz="4950" spc="-35">
                <a:solidFill>
                  <a:srgbClr val="F9B80C"/>
                </a:solidFill>
              </a:rPr>
              <a:t>t</a:t>
            </a:r>
            <a:endParaRPr sz="4950"/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98373" y="3240047"/>
            <a:ext cx="114299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98373" y="4230647"/>
            <a:ext cx="114299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98373" y="5221247"/>
            <a:ext cx="114299" cy="1142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875739" y="3033704"/>
            <a:ext cx="6050280" cy="2433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8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-3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175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4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il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800" spc="-15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tt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175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-4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2800" spc="5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60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ee</a:t>
            </a:r>
            <a:r>
              <a:rPr dirty="0" sz="2800" spc="15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800" spc="65">
                <a:solidFill>
                  <a:srgbClr val="FFFFFF"/>
                </a:solidFill>
                <a:latin typeface="Verdana"/>
                <a:cs typeface="Verdana"/>
              </a:rPr>
              <a:t>Using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35">
                <a:solidFill>
                  <a:srgbClr val="FFFFFF"/>
                </a:solidFill>
                <a:latin typeface="Verdana"/>
                <a:cs typeface="Verdana"/>
              </a:rPr>
              <a:t>graphs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4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280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Verdana"/>
                <a:cs typeface="Verdana"/>
              </a:rPr>
              <a:t>visualize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55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620000" cy="2714625"/>
          </a:xfrm>
          <a:custGeom>
            <a:avLst/>
            <a:gdLst/>
            <a:ahLst/>
            <a:cxnLst/>
            <a:rect l="l" t="t" r="r" b="b"/>
            <a:pathLst>
              <a:path w="7620000" h="2714625">
                <a:moveTo>
                  <a:pt x="7619999" y="2714624"/>
                </a:moveTo>
                <a:lnTo>
                  <a:pt x="0" y="2714624"/>
                </a:lnTo>
                <a:lnTo>
                  <a:pt x="0" y="0"/>
                </a:lnTo>
                <a:lnTo>
                  <a:pt x="7619999" y="0"/>
                </a:lnTo>
                <a:lnTo>
                  <a:pt x="7619999" y="2714624"/>
                </a:lnTo>
                <a:close/>
              </a:path>
            </a:pathLst>
          </a:custGeom>
          <a:solidFill>
            <a:srgbClr val="F9B80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9" y="7003574"/>
            <a:ext cx="3815655" cy="32834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4046" y="8847121"/>
            <a:ext cx="1523999" cy="14398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17823" y="0"/>
            <a:ext cx="1270176" cy="13332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2458871"/>
            <a:ext cx="5219699" cy="40957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06655" y="0"/>
            <a:ext cx="5276849" cy="40576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44000" y="5504619"/>
            <a:ext cx="6953249" cy="47815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38832" y="1293374"/>
            <a:ext cx="4786667" cy="32826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623124"/>
            <a:ext cx="8381999" cy="365759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53311" y="98214"/>
            <a:ext cx="6583680" cy="2175510"/>
          </a:xfrm>
          <a:prstGeom prst="rect"/>
        </p:spPr>
        <p:txBody>
          <a:bodyPr wrap="square" lIns="0" tIns="315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85"/>
              </a:spcBef>
            </a:pPr>
            <a:r>
              <a:rPr dirty="0" sz="4950" spc="215">
                <a:latin typeface="Tahoma"/>
                <a:cs typeface="Tahoma"/>
              </a:rPr>
              <a:t>The</a:t>
            </a:r>
            <a:r>
              <a:rPr dirty="0" sz="4950" spc="-50">
                <a:latin typeface="Tahoma"/>
                <a:cs typeface="Tahoma"/>
              </a:rPr>
              <a:t> </a:t>
            </a:r>
            <a:r>
              <a:rPr dirty="0" sz="4950" spc="185">
                <a:latin typeface="Tahoma"/>
                <a:cs typeface="Tahoma"/>
              </a:rPr>
              <a:t>Graphs</a:t>
            </a:r>
            <a:endParaRPr sz="4950">
              <a:latin typeface="Tahoma"/>
              <a:cs typeface="Tahoma"/>
            </a:endParaRPr>
          </a:p>
          <a:p>
            <a:pPr marL="12700" marR="5080">
              <a:lnSpc>
                <a:spcPct val="116100"/>
              </a:lnSpc>
              <a:spcBef>
                <a:spcPts val="800"/>
              </a:spcBef>
            </a:pPr>
            <a:r>
              <a:rPr dirty="0" sz="2800" spc="-335" b="0">
                <a:latin typeface="Verdana"/>
                <a:cs typeface="Verdana"/>
              </a:rPr>
              <a:t>I</a:t>
            </a:r>
            <a:r>
              <a:rPr dirty="0" sz="2800" spc="120" b="0">
                <a:latin typeface="Verdana"/>
                <a:cs typeface="Verdana"/>
              </a:rPr>
              <a:t>n</a:t>
            </a:r>
            <a:r>
              <a:rPr dirty="0" sz="2800" spc="-254" b="0">
                <a:latin typeface="Verdana"/>
                <a:cs typeface="Verdana"/>
              </a:rPr>
              <a:t> </a:t>
            </a:r>
            <a:r>
              <a:rPr dirty="0" sz="2800" spc="25" b="0">
                <a:latin typeface="Verdana"/>
                <a:cs typeface="Verdana"/>
              </a:rPr>
              <a:t>t</a:t>
            </a:r>
            <a:r>
              <a:rPr dirty="0" sz="2800" spc="50" b="0">
                <a:latin typeface="Verdana"/>
                <a:cs typeface="Verdana"/>
              </a:rPr>
              <a:t>o</a:t>
            </a:r>
            <a:r>
              <a:rPr dirty="0" sz="2800" spc="25" b="0">
                <a:latin typeface="Verdana"/>
                <a:cs typeface="Verdana"/>
              </a:rPr>
              <a:t>t</a:t>
            </a:r>
            <a:r>
              <a:rPr dirty="0" sz="2800" spc="-35" b="0">
                <a:latin typeface="Verdana"/>
                <a:cs typeface="Verdana"/>
              </a:rPr>
              <a:t>a</a:t>
            </a:r>
            <a:r>
              <a:rPr dirty="0" sz="2800" spc="-20" b="0">
                <a:latin typeface="Verdana"/>
                <a:cs typeface="Verdana"/>
              </a:rPr>
              <a:t>l</a:t>
            </a:r>
            <a:r>
              <a:rPr dirty="0" sz="2800" spc="-254" b="0">
                <a:latin typeface="Verdana"/>
                <a:cs typeface="Verdana"/>
              </a:rPr>
              <a:t> </a:t>
            </a:r>
            <a:r>
              <a:rPr dirty="0" sz="2800" spc="160" b="0">
                <a:latin typeface="Verdana"/>
                <a:cs typeface="Verdana"/>
              </a:rPr>
              <a:t>w</a:t>
            </a:r>
            <a:r>
              <a:rPr dirty="0" sz="2800" spc="20" b="0">
                <a:latin typeface="Verdana"/>
                <a:cs typeface="Verdana"/>
              </a:rPr>
              <a:t>e</a:t>
            </a:r>
            <a:r>
              <a:rPr dirty="0" sz="2800" spc="-254" b="0">
                <a:latin typeface="Verdana"/>
                <a:cs typeface="Verdana"/>
              </a:rPr>
              <a:t> </a:t>
            </a:r>
            <a:r>
              <a:rPr dirty="0" sz="2800" spc="110" b="0">
                <a:latin typeface="Verdana"/>
                <a:cs typeface="Verdana"/>
              </a:rPr>
              <a:t>c</a:t>
            </a:r>
            <a:r>
              <a:rPr dirty="0" sz="2800" spc="-80" b="0">
                <a:latin typeface="Verdana"/>
                <a:cs typeface="Verdana"/>
              </a:rPr>
              <a:t>r</a:t>
            </a:r>
            <a:r>
              <a:rPr dirty="0" sz="2800" spc="15" b="0">
                <a:latin typeface="Verdana"/>
                <a:cs typeface="Verdana"/>
              </a:rPr>
              <a:t>e</a:t>
            </a:r>
            <a:r>
              <a:rPr dirty="0" sz="2800" spc="-35" b="0">
                <a:latin typeface="Verdana"/>
                <a:cs typeface="Verdana"/>
              </a:rPr>
              <a:t>a</a:t>
            </a:r>
            <a:r>
              <a:rPr dirty="0" sz="2800" spc="25" b="0">
                <a:latin typeface="Verdana"/>
                <a:cs typeface="Verdana"/>
              </a:rPr>
              <a:t>t</a:t>
            </a:r>
            <a:r>
              <a:rPr dirty="0" sz="2800" spc="15" b="0">
                <a:latin typeface="Verdana"/>
                <a:cs typeface="Verdana"/>
              </a:rPr>
              <a:t>e</a:t>
            </a:r>
            <a:r>
              <a:rPr dirty="0" sz="2800" spc="150" b="0">
                <a:latin typeface="Verdana"/>
                <a:cs typeface="Verdana"/>
              </a:rPr>
              <a:t>d</a:t>
            </a:r>
            <a:r>
              <a:rPr dirty="0" sz="2800" spc="-254" b="0">
                <a:latin typeface="Verdana"/>
                <a:cs typeface="Verdana"/>
              </a:rPr>
              <a:t> </a:t>
            </a:r>
            <a:r>
              <a:rPr dirty="0" sz="2800" spc="-200" b="0">
                <a:latin typeface="Verdana"/>
                <a:cs typeface="Verdana"/>
              </a:rPr>
              <a:t>5</a:t>
            </a:r>
            <a:r>
              <a:rPr dirty="0" sz="2800" spc="-254" b="0">
                <a:latin typeface="Verdana"/>
                <a:cs typeface="Verdana"/>
              </a:rPr>
              <a:t> </a:t>
            </a:r>
            <a:r>
              <a:rPr dirty="0" sz="2800" spc="170" b="0">
                <a:latin typeface="Verdana"/>
                <a:cs typeface="Verdana"/>
              </a:rPr>
              <a:t>g</a:t>
            </a:r>
            <a:r>
              <a:rPr dirty="0" sz="2800" spc="-80" b="0">
                <a:latin typeface="Verdana"/>
                <a:cs typeface="Verdana"/>
              </a:rPr>
              <a:t>r</a:t>
            </a:r>
            <a:r>
              <a:rPr dirty="0" sz="2800" spc="-35" b="0">
                <a:latin typeface="Verdana"/>
                <a:cs typeface="Verdana"/>
              </a:rPr>
              <a:t>a</a:t>
            </a:r>
            <a:r>
              <a:rPr dirty="0" sz="2800" spc="145" b="0">
                <a:latin typeface="Verdana"/>
                <a:cs typeface="Verdana"/>
              </a:rPr>
              <a:t>p</a:t>
            </a:r>
            <a:r>
              <a:rPr dirty="0" sz="2800" spc="114" b="0">
                <a:latin typeface="Verdana"/>
                <a:cs typeface="Verdana"/>
              </a:rPr>
              <a:t>h</a:t>
            </a:r>
            <a:r>
              <a:rPr dirty="0" sz="2800" spc="-90" b="0">
                <a:latin typeface="Verdana"/>
                <a:cs typeface="Verdana"/>
              </a:rPr>
              <a:t>s</a:t>
            </a:r>
            <a:r>
              <a:rPr dirty="0" sz="2800" spc="-254" b="0">
                <a:latin typeface="Verdana"/>
                <a:cs typeface="Verdana"/>
              </a:rPr>
              <a:t> </a:t>
            </a:r>
            <a:r>
              <a:rPr dirty="0" sz="2800" spc="160" b="0">
                <a:latin typeface="Verdana"/>
                <a:cs typeface="Verdana"/>
              </a:rPr>
              <a:t>w</a:t>
            </a:r>
            <a:r>
              <a:rPr dirty="0" sz="2800" spc="-20" b="0">
                <a:latin typeface="Verdana"/>
                <a:cs typeface="Verdana"/>
              </a:rPr>
              <a:t>i</a:t>
            </a:r>
            <a:r>
              <a:rPr dirty="0" sz="2800" spc="25" b="0">
                <a:latin typeface="Verdana"/>
                <a:cs typeface="Verdana"/>
              </a:rPr>
              <a:t>t</a:t>
            </a:r>
            <a:r>
              <a:rPr dirty="0" sz="2800" spc="120" b="0">
                <a:latin typeface="Verdana"/>
                <a:cs typeface="Verdana"/>
              </a:rPr>
              <a:t>h</a:t>
            </a:r>
            <a:r>
              <a:rPr dirty="0" sz="2800" spc="-254" b="0">
                <a:latin typeface="Verdana"/>
                <a:cs typeface="Verdana"/>
              </a:rPr>
              <a:t> </a:t>
            </a:r>
            <a:r>
              <a:rPr dirty="0" sz="2800" spc="25" b="0">
                <a:latin typeface="Verdana"/>
                <a:cs typeface="Verdana"/>
              </a:rPr>
              <a:t>t</a:t>
            </a:r>
            <a:r>
              <a:rPr dirty="0" sz="2800" spc="114" b="0">
                <a:latin typeface="Verdana"/>
                <a:cs typeface="Verdana"/>
              </a:rPr>
              <a:t>h</a:t>
            </a:r>
            <a:r>
              <a:rPr dirty="0" sz="2800" spc="15" b="0">
                <a:latin typeface="Verdana"/>
                <a:cs typeface="Verdana"/>
              </a:rPr>
              <a:t>e  </a:t>
            </a:r>
            <a:r>
              <a:rPr dirty="0" sz="2800" spc="114" b="0">
                <a:latin typeface="Verdana"/>
                <a:cs typeface="Verdana"/>
              </a:rPr>
              <a:t>h</a:t>
            </a:r>
            <a:r>
              <a:rPr dirty="0" sz="2800" spc="15" b="0">
                <a:latin typeface="Verdana"/>
                <a:cs typeface="Verdana"/>
              </a:rPr>
              <a:t>e</a:t>
            </a:r>
            <a:r>
              <a:rPr dirty="0" sz="2800" spc="-20" b="0">
                <a:latin typeface="Verdana"/>
                <a:cs typeface="Verdana"/>
              </a:rPr>
              <a:t>l</a:t>
            </a:r>
            <a:r>
              <a:rPr dirty="0" sz="2800" spc="150" b="0">
                <a:latin typeface="Verdana"/>
                <a:cs typeface="Verdana"/>
              </a:rPr>
              <a:t>p</a:t>
            </a:r>
            <a:r>
              <a:rPr dirty="0" sz="2800" spc="-254" b="0">
                <a:latin typeface="Verdana"/>
                <a:cs typeface="Verdana"/>
              </a:rPr>
              <a:t> </a:t>
            </a:r>
            <a:r>
              <a:rPr dirty="0" sz="2800" spc="50" b="0">
                <a:latin typeface="Verdana"/>
                <a:cs typeface="Verdana"/>
              </a:rPr>
              <a:t>o</a:t>
            </a:r>
            <a:r>
              <a:rPr dirty="0" sz="2800" spc="-40" b="0">
                <a:latin typeface="Verdana"/>
                <a:cs typeface="Verdana"/>
              </a:rPr>
              <a:t>f</a:t>
            </a:r>
            <a:r>
              <a:rPr dirty="0" sz="2800" spc="-254" b="0">
                <a:latin typeface="Verdana"/>
                <a:cs typeface="Verdana"/>
              </a:rPr>
              <a:t> </a:t>
            </a:r>
            <a:r>
              <a:rPr dirty="0" sz="2800" spc="145" b="0">
                <a:latin typeface="Verdana"/>
                <a:cs typeface="Verdana"/>
              </a:rPr>
              <a:t>p</a:t>
            </a:r>
            <a:r>
              <a:rPr dirty="0" sz="2800" spc="-35" b="0">
                <a:latin typeface="Verdana"/>
                <a:cs typeface="Verdana"/>
              </a:rPr>
              <a:t>a</a:t>
            </a:r>
            <a:r>
              <a:rPr dirty="0" sz="2800" spc="114" b="0">
                <a:latin typeface="Verdana"/>
                <a:cs typeface="Verdana"/>
              </a:rPr>
              <a:t>n</a:t>
            </a:r>
            <a:r>
              <a:rPr dirty="0" sz="2800" spc="145" b="0">
                <a:latin typeface="Verdana"/>
                <a:cs typeface="Verdana"/>
              </a:rPr>
              <a:t>d</a:t>
            </a:r>
            <a:r>
              <a:rPr dirty="0" sz="2800" spc="-35" b="0">
                <a:latin typeface="Verdana"/>
                <a:cs typeface="Verdana"/>
              </a:rPr>
              <a:t>a</a:t>
            </a:r>
            <a:r>
              <a:rPr dirty="0" sz="2800" spc="-90" b="0">
                <a:latin typeface="Verdana"/>
                <a:cs typeface="Verdana"/>
              </a:rPr>
              <a:t>s</a:t>
            </a:r>
            <a:r>
              <a:rPr dirty="0" sz="2800" spc="-254" b="0">
                <a:latin typeface="Verdana"/>
                <a:cs typeface="Verdana"/>
              </a:rPr>
              <a:t> </a:t>
            </a:r>
            <a:r>
              <a:rPr dirty="0" sz="2800" spc="-35" b="0">
                <a:latin typeface="Verdana"/>
                <a:cs typeface="Verdana"/>
              </a:rPr>
              <a:t>a</a:t>
            </a:r>
            <a:r>
              <a:rPr dirty="0" sz="2800" spc="114" b="0">
                <a:latin typeface="Verdana"/>
                <a:cs typeface="Verdana"/>
              </a:rPr>
              <a:t>n</a:t>
            </a:r>
            <a:r>
              <a:rPr dirty="0" sz="2800" spc="150" b="0">
                <a:latin typeface="Verdana"/>
                <a:cs typeface="Verdana"/>
              </a:rPr>
              <a:t>d</a:t>
            </a:r>
            <a:r>
              <a:rPr dirty="0" sz="2800" spc="-254" b="0">
                <a:latin typeface="Verdana"/>
                <a:cs typeface="Verdana"/>
              </a:rPr>
              <a:t> </a:t>
            </a:r>
            <a:r>
              <a:rPr dirty="0" sz="2800" spc="240" b="0">
                <a:latin typeface="Verdana"/>
                <a:cs typeface="Verdana"/>
              </a:rPr>
              <a:t>m</a:t>
            </a:r>
            <a:r>
              <a:rPr dirty="0" sz="2800" spc="-35" b="0">
                <a:latin typeface="Verdana"/>
                <a:cs typeface="Verdana"/>
              </a:rPr>
              <a:t>a</a:t>
            </a:r>
            <a:r>
              <a:rPr dirty="0" sz="2800" spc="25" b="0">
                <a:latin typeface="Verdana"/>
                <a:cs typeface="Verdana"/>
              </a:rPr>
              <a:t>t</a:t>
            </a:r>
            <a:r>
              <a:rPr dirty="0" sz="2800" spc="145" b="0">
                <a:latin typeface="Verdana"/>
                <a:cs typeface="Verdana"/>
              </a:rPr>
              <a:t>p</a:t>
            </a:r>
            <a:r>
              <a:rPr dirty="0" sz="2800" spc="-20" b="0">
                <a:latin typeface="Verdana"/>
                <a:cs typeface="Verdana"/>
              </a:rPr>
              <a:t>l</a:t>
            </a:r>
            <a:r>
              <a:rPr dirty="0" sz="2800" spc="50" b="0">
                <a:latin typeface="Verdana"/>
                <a:cs typeface="Verdana"/>
              </a:rPr>
              <a:t>o</a:t>
            </a:r>
            <a:r>
              <a:rPr dirty="0" sz="2800" spc="25" b="0">
                <a:latin typeface="Verdana"/>
                <a:cs typeface="Verdana"/>
              </a:rPr>
              <a:t>t</a:t>
            </a:r>
            <a:r>
              <a:rPr dirty="0" sz="2800" spc="-20" b="0">
                <a:latin typeface="Verdana"/>
                <a:cs typeface="Verdana"/>
              </a:rPr>
              <a:t>li</a:t>
            </a:r>
            <a:r>
              <a:rPr dirty="0" sz="2800" spc="150" b="0">
                <a:latin typeface="Verdana"/>
                <a:cs typeface="Verdana"/>
              </a:rPr>
              <a:t>b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71" y="5101894"/>
            <a:ext cx="7180001" cy="492169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995528" y="125739"/>
            <a:ext cx="7292975" cy="10161270"/>
            <a:chOff x="10995528" y="125739"/>
            <a:chExt cx="7292975" cy="101612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5528" y="125739"/>
              <a:ext cx="7187315" cy="54067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75717" y="5335124"/>
              <a:ext cx="6312281" cy="4951875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0" y="1"/>
            <a:ext cx="10401300" cy="4592955"/>
          </a:xfrm>
          <a:custGeom>
            <a:avLst/>
            <a:gdLst/>
            <a:ahLst/>
            <a:cxnLst/>
            <a:rect l="l" t="t" r="r" b="b"/>
            <a:pathLst>
              <a:path w="10401300" h="4592955">
                <a:moveTo>
                  <a:pt x="10401299" y="4592570"/>
                </a:moveTo>
                <a:lnTo>
                  <a:pt x="0" y="4592570"/>
                </a:lnTo>
                <a:lnTo>
                  <a:pt x="0" y="0"/>
                </a:lnTo>
                <a:lnTo>
                  <a:pt x="10401299" y="0"/>
                </a:lnTo>
                <a:lnTo>
                  <a:pt x="10401299" y="4592570"/>
                </a:lnTo>
                <a:close/>
              </a:path>
            </a:pathLst>
          </a:custGeom>
          <a:solidFill>
            <a:srgbClr val="F9B8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2345" y="981477"/>
            <a:ext cx="5254625" cy="188722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5145"/>
              </a:lnSpc>
              <a:spcBef>
                <a:spcPts val="114"/>
              </a:spcBef>
            </a:pPr>
            <a:r>
              <a:rPr dirty="0" sz="4950" spc="190">
                <a:latin typeface="Tahoma"/>
                <a:cs typeface="Tahoma"/>
              </a:rPr>
              <a:t>Diverse</a:t>
            </a:r>
            <a:r>
              <a:rPr dirty="0" sz="4950" spc="-60">
                <a:latin typeface="Tahoma"/>
                <a:cs typeface="Tahoma"/>
              </a:rPr>
              <a:t> </a:t>
            </a:r>
            <a:r>
              <a:rPr dirty="0" sz="4950" spc="135">
                <a:latin typeface="Tahoma"/>
                <a:cs typeface="Tahoma"/>
              </a:rPr>
              <a:t>origins,</a:t>
            </a:r>
            <a:endParaRPr sz="4950">
              <a:latin typeface="Tahoma"/>
              <a:cs typeface="Tahoma"/>
            </a:endParaRPr>
          </a:p>
          <a:p>
            <a:pPr marL="12700" marR="838200">
              <a:lnSpc>
                <a:spcPct val="73200"/>
              </a:lnSpc>
              <a:spcBef>
                <a:spcPts val="795"/>
              </a:spcBef>
            </a:pPr>
            <a:r>
              <a:rPr dirty="0" sz="4950" spc="195">
                <a:latin typeface="Tahoma"/>
                <a:cs typeface="Tahoma"/>
              </a:rPr>
              <a:t>genders,</a:t>
            </a:r>
            <a:r>
              <a:rPr dirty="0" sz="4950" spc="-80">
                <a:latin typeface="Tahoma"/>
                <a:cs typeface="Tahoma"/>
              </a:rPr>
              <a:t> </a:t>
            </a:r>
            <a:r>
              <a:rPr dirty="0" sz="4950" spc="260">
                <a:latin typeface="Tahoma"/>
                <a:cs typeface="Tahoma"/>
              </a:rPr>
              <a:t>and </a:t>
            </a:r>
            <a:r>
              <a:rPr dirty="0" sz="4950" spc="-1435">
                <a:latin typeface="Tahoma"/>
                <a:cs typeface="Tahoma"/>
              </a:rPr>
              <a:t> </a:t>
            </a:r>
            <a:r>
              <a:rPr dirty="0" sz="4950" spc="235">
                <a:latin typeface="Tahoma"/>
                <a:cs typeface="Tahoma"/>
              </a:rPr>
              <a:t>ages</a:t>
            </a:r>
            <a:endParaRPr sz="4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5972175" cy="10287000"/>
          </a:xfrm>
          <a:custGeom>
            <a:avLst/>
            <a:gdLst/>
            <a:ahLst/>
            <a:cxnLst/>
            <a:rect l="l" t="t" r="r" b="b"/>
            <a:pathLst>
              <a:path w="5972175" h="10287000">
                <a:moveTo>
                  <a:pt x="5972174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5972174" y="0"/>
                </a:lnTo>
                <a:lnTo>
                  <a:pt x="5972174" y="10286999"/>
                </a:lnTo>
                <a:close/>
              </a:path>
            </a:pathLst>
          </a:custGeom>
          <a:solidFill>
            <a:srgbClr val="F9B8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1509" y="1646838"/>
            <a:ext cx="5350510" cy="24396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5145"/>
              </a:lnSpc>
              <a:spcBef>
                <a:spcPts val="114"/>
              </a:spcBef>
            </a:pPr>
            <a:r>
              <a:rPr dirty="0" sz="4950" spc="215" b="1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495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950" spc="235" b="1">
                <a:solidFill>
                  <a:srgbClr val="FFFFFF"/>
                </a:solidFill>
                <a:latin typeface="Tahoma"/>
                <a:cs typeface="Tahoma"/>
              </a:rPr>
              <a:t>importance</a:t>
            </a:r>
            <a:endParaRPr sz="4950">
              <a:latin typeface="Tahoma"/>
              <a:cs typeface="Tahoma"/>
            </a:endParaRPr>
          </a:p>
          <a:p>
            <a:pPr marL="12700">
              <a:lnSpc>
                <a:spcPts val="4350"/>
              </a:lnSpc>
            </a:pPr>
            <a:r>
              <a:rPr dirty="0" sz="4950" spc="185" b="1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495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950" spc="265" b="1">
                <a:solidFill>
                  <a:srgbClr val="FFFFFF"/>
                </a:solidFill>
                <a:latin typeface="Tahoma"/>
                <a:cs typeface="Tahoma"/>
              </a:rPr>
              <a:t>each</a:t>
            </a:r>
            <a:endParaRPr sz="4950">
              <a:latin typeface="Tahoma"/>
              <a:cs typeface="Tahoma"/>
            </a:endParaRPr>
          </a:p>
          <a:p>
            <a:pPr marL="12700" marR="46355">
              <a:lnSpc>
                <a:spcPct val="73200"/>
              </a:lnSpc>
              <a:spcBef>
                <a:spcPts val="795"/>
              </a:spcBef>
            </a:pPr>
            <a:r>
              <a:rPr dirty="0" sz="4950" spc="229" b="1">
                <a:solidFill>
                  <a:srgbClr val="FFFFFF"/>
                </a:solidFill>
                <a:latin typeface="Tahoma"/>
                <a:cs typeface="Tahoma"/>
              </a:rPr>
              <a:t>category</a:t>
            </a:r>
            <a:r>
              <a:rPr dirty="0" sz="495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950" spc="210" b="1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dirty="0" sz="495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950" spc="155" b="1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dirty="0" sz="4950" spc="-14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950" spc="210" b="1">
                <a:solidFill>
                  <a:srgbClr val="FFFFFF"/>
                </a:solidFill>
                <a:latin typeface="Tahoma"/>
                <a:cs typeface="Tahoma"/>
              </a:rPr>
              <a:t>pie</a:t>
            </a:r>
            <a:r>
              <a:rPr dirty="0" sz="495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950" spc="204" b="1">
                <a:solidFill>
                  <a:srgbClr val="FFFFFF"/>
                </a:solidFill>
                <a:latin typeface="Tahoma"/>
                <a:cs typeface="Tahoma"/>
              </a:rPr>
              <a:t>chart</a:t>
            </a:r>
            <a:endParaRPr sz="49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5577" y="1784413"/>
            <a:ext cx="10891757" cy="68522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170795"/>
            <a:chOff x="0" y="0"/>
            <a:chExt cx="18288000" cy="101707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" y="2416951"/>
              <a:ext cx="18082259" cy="77532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8000" cy="2800350"/>
            </a:xfrm>
            <a:custGeom>
              <a:avLst/>
              <a:gdLst/>
              <a:ahLst/>
              <a:cxnLst/>
              <a:rect l="l" t="t" r="r" b="b"/>
              <a:pathLst>
                <a:path w="18288000" h="2800350">
                  <a:moveTo>
                    <a:pt x="18287998" y="2800349"/>
                  </a:moveTo>
                  <a:lnTo>
                    <a:pt x="0" y="2800349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2800349"/>
                  </a:lnTo>
                  <a:close/>
                </a:path>
              </a:pathLst>
            </a:custGeom>
            <a:solidFill>
              <a:srgbClr val="F9B80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3180" y="328104"/>
            <a:ext cx="15584805" cy="1334770"/>
          </a:xfrm>
          <a:prstGeom prst="rect"/>
        </p:spPr>
        <p:txBody>
          <a:bodyPr wrap="square" lIns="0" tIns="216535" rIns="0" bIns="0" rtlCol="0" vert="horz">
            <a:spAutoFit/>
          </a:bodyPr>
          <a:lstStyle/>
          <a:p>
            <a:pPr marL="12700" marR="5080">
              <a:lnSpc>
                <a:spcPct val="73200"/>
              </a:lnSpc>
              <a:spcBef>
                <a:spcPts val="1705"/>
              </a:spcBef>
            </a:pPr>
            <a:r>
              <a:rPr dirty="0" sz="4950" spc="215">
                <a:latin typeface="Tahoma"/>
                <a:cs typeface="Tahoma"/>
              </a:rPr>
              <a:t>The</a:t>
            </a:r>
            <a:r>
              <a:rPr dirty="0" sz="4950" spc="-15">
                <a:latin typeface="Tahoma"/>
                <a:cs typeface="Tahoma"/>
              </a:rPr>
              <a:t> </a:t>
            </a:r>
            <a:r>
              <a:rPr dirty="0" sz="4950" spc="260">
                <a:latin typeface="Tahoma"/>
                <a:cs typeface="Tahoma"/>
              </a:rPr>
              <a:t>amount</a:t>
            </a:r>
            <a:r>
              <a:rPr dirty="0" sz="4950" spc="-10">
                <a:latin typeface="Tahoma"/>
                <a:cs typeface="Tahoma"/>
              </a:rPr>
              <a:t> </a:t>
            </a:r>
            <a:r>
              <a:rPr dirty="0" sz="4950" spc="185">
                <a:latin typeface="Tahoma"/>
                <a:cs typeface="Tahoma"/>
              </a:rPr>
              <a:t>of</a:t>
            </a:r>
            <a:r>
              <a:rPr dirty="0" sz="4950" spc="-10">
                <a:latin typeface="Tahoma"/>
                <a:cs typeface="Tahoma"/>
              </a:rPr>
              <a:t> </a:t>
            </a:r>
            <a:r>
              <a:rPr dirty="0" sz="4950" spc="200">
                <a:latin typeface="Tahoma"/>
                <a:cs typeface="Tahoma"/>
              </a:rPr>
              <a:t>Mobiles</a:t>
            </a:r>
            <a:r>
              <a:rPr dirty="0" sz="4950" spc="-15">
                <a:latin typeface="Tahoma"/>
                <a:cs typeface="Tahoma"/>
              </a:rPr>
              <a:t> </a:t>
            </a:r>
            <a:r>
              <a:rPr dirty="0" sz="4950" spc="260">
                <a:latin typeface="Tahoma"/>
                <a:cs typeface="Tahoma"/>
              </a:rPr>
              <a:t>and</a:t>
            </a:r>
            <a:r>
              <a:rPr dirty="0" sz="4950" spc="-10">
                <a:latin typeface="Tahoma"/>
                <a:cs typeface="Tahoma"/>
              </a:rPr>
              <a:t> </a:t>
            </a:r>
            <a:r>
              <a:rPr dirty="0" sz="4950" spc="175">
                <a:latin typeface="Tahoma"/>
                <a:cs typeface="Tahoma"/>
              </a:rPr>
              <a:t>Tablets</a:t>
            </a:r>
            <a:r>
              <a:rPr dirty="0" sz="4950" spc="-10">
                <a:latin typeface="Tahoma"/>
                <a:cs typeface="Tahoma"/>
              </a:rPr>
              <a:t> </a:t>
            </a:r>
            <a:r>
              <a:rPr dirty="0" sz="4950" spc="245">
                <a:latin typeface="Tahoma"/>
                <a:cs typeface="Tahoma"/>
              </a:rPr>
              <a:t>purchased </a:t>
            </a:r>
            <a:r>
              <a:rPr dirty="0" sz="4950" spc="-1435">
                <a:latin typeface="Tahoma"/>
                <a:cs typeface="Tahoma"/>
              </a:rPr>
              <a:t> </a:t>
            </a:r>
            <a:r>
              <a:rPr dirty="0" sz="4950" spc="229">
                <a:latin typeface="Tahoma"/>
                <a:cs typeface="Tahoma"/>
              </a:rPr>
              <a:t>during</a:t>
            </a:r>
            <a:r>
              <a:rPr dirty="0" sz="4950" spc="-10">
                <a:latin typeface="Tahoma"/>
                <a:cs typeface="Tahoma"/>
              </a:rPr>
              <a:t> </a:t>
            </a:r>
            <a:r>
              <a:rPr dirty="0" sz="4950" spc="229">
                <a:latin typeface="Tahoma"/>
                <a:cs typeface="Tahoma"/>
              </a:rPr>
              <a:t>the</a:t>
            </a:r>
            <a:r>
              <a:rPr dirty="0" sz="4950" spc="-5">
                <a:latin typeface="Tahoma"/>
                <a:cs typeface="Tahoma"/>
              </a:rPr>
              <a:t> </a:t>
            </a:r>
            <a:r>
              <a:rPr dirty="0" sz="4950" spc="165">
                <a:latin typeface="Tahoma"/>
                <a:cs typeface="Tahoma"/>
              </a:rPr>
              <a:t>year</a:t>
            </a:r>
            <a:endParaRPr sz="4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8703"/>
            <a:ext cx="8934450" cy="3629025"/>
          </a:xfrm>
          <a:custGeom>
            <a:avLst/>
            <a:gdLst/>
            <a:ahLst/>
            <a:cxnLst/>
            <a:rect l="l" t="t" r="r" b="b"/>
            <a:pathLst>
              <a:path w="8934450" h="3629025">
                <a:moveTo>
                  <a:pt x="8934449" y="3629024"/>
                </a:moveTo>
                <a:lnTo>
                  <a:pt x="0" y="3629024"/>
                </a:lnTo>
                <a:lnTo>
                  <a:pt x="0" y="0"/>
                </a:lnTo>
                <a:lnTo>
                  <a:pt x="8934449" y="0"/>
                </a:lnTo>
                <a:lnTo>
                  <a:pt x="8934449" y="3629024"/>
                </a:lnTo>
                <a:close/>
              </a:path>
            </a:pathLst>
          </a:custGeom>
          <a:solidFill>
            <a:srgbClr val="F9B8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957092" y="9177209"/>
            <a:ext cx="5331460" cy="1109980"/>
          </a:xfrm>
          <a:custGeom>
            <a:avLst/>
            <a:gdLst/>
            <a:ahLst/>
            <a:cxnLst/>
            <a:rect l="l" t="t" r="r" b="b"/>
            <a:pathLst>
              <a:path w="5331459" h="1109979">
                <a:moveTo>
                  <a:pt x="5330907" y="1109790"/>
                </a:moveTo>
                <a:lnTo>
                  <a:pt x="0" y="1109790"/>
                </a:lnTo>
                <a:lnTo>
                  <a:pt x="0" y="0"/>
                </a:lnTo>
                <a:lnTo>
                  <a:pt x="5330907" y="0"/>
                </a:lnTo>
                <a:lnTo>
                  <a:pt x="5330907" y="1109790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043258" y="2354196"/>
            <a:ext cx="54984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305">
                <a:latin typeface="Verdana"/>
                <a:cs typeface="Verdana"/>
              </a:rPr>
              <a:t>M</a:t>
            </a:r>
            <a:r>
              <a:rPr dirty="0" sz="2800" spc="50">
                <a:latin typeface="Verdana"/>
                <a:cs typeface="Verdana"/>
              </a:rPr>
              <a:t>o</a:t>
            </a:r>
            <a:r>
              <a:rPr dirty="0" sz="2800" spc="145">
                <a:latin typeface="Verdana"/>
                <a:cs typeface="Verdana"/>
              </a:rPr>
              <a:t>b</a:t>
            </a:r>
            <a:r>
              <a:rPr dirty="0" sz="2800" spc="-20">
                <a:latin typeface="Verdana"/>
                <a:cs typeface="Verdana"/>
              </a:rPr>
              <a:t>il</a:t>
            </a:r>
            <a:r>
              <a:rPr dirty="0" sz="2800" spc="15">
                <a:latin typeface="Verdana"/>
                <a:cs typeface="Verdana"/>
              </a:rPr>
              <a:t>e</a:t>
            </a:r>
            <a:r>
              <a:rPr dirty="0" sz="2800" spc="-90">
                <a:latin typeface="Verdana"/>
                <a:cs typeface="Verdana"/>
              </a:rPr>
              <a:t>s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-35">
                <a:latin typeface="Verdana"/>
                <a:cs typeface="Verdana"/>
              </a:rPr>
              <a:t>a</a:t>
            </a:r>
            <a:r>
              <a:rPr dirty="0" sz="2800" spc="114">
                <a:latin typeface="Verdana"/>
                <a:cs typeface="Verdana"/>
              </a:rPr>
              <a:t>n</a:t>
            </a:r>
            <a:r>
              <a:rPr dirty="0" sz="2800" spc="150">
                <a:latin typeface="Verdana"/>
                <a:cs typeface="Verdana"/>
              </a:rPr>
              <a:t>d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25">
                <a:latin typeface="Verdana"/>
                <a:cs typeface="Verdana"/>
              </a:rPr>
              <a:t>t</a:t>
            </a:r>
            <a:r>
              <a:rPr dirty="0" sz="2800" spc="-35">
                <a:latin typeface="Verdana"/>
                <a:cs typeface="Verdana"/>
              </a:rPr>
              <a:t>a</a:t>
            </a:r>
            <a:r>
              <a:rPr dirty="0" sz="2800" spc="145">
                <a:latin typeface="Verdana"/>
                <a:cs typeface="Verdana"/>
              </a:rPr>
              <a:t>b</a:t>
            </a:r>
            <a:r>
              <a:rPr dirty="0" sz="2800" spc="-20">
                <a:latin typeface="Verdana"/>
                <a:cs typeface="Verdana"/>
              </a:rPr>
              <a:t>l</a:t>
            </a:r>
            <a:r>
              <a:rPr dirty="0" sz="2800" spc="15">
                <a:latin typeface="Verdana"/>
                <a:cs typeface="Verdana"/>
              </a:rPr>
              <a:t>e</a:t>
            </a:r>
            <a:r>
              <a:rPr dirty="0" sz="2800" spc="25">
                <a:latin typeface="Verdana"/>
                <a:cs typeface="Verdana"/>
              </a:rPr>
              <a:t>t</a:t>
            </a:r>
            <a:r>
              <a:rPr dirty="0" sz="2800" spc="-90">
                <a:latin typeface="Verdana"/>
                <a:cs typeface="Verdana"/>
              </a:rPr>
              <a:t>s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50">
                <a:latin typeface="Verdana"/>
                <a:cs typeface="Verdana"/>
              </a:rPr>
              <a:t>o</a:t>
            </a:r>
            <a:r>
              <a:rPr dirty="0" sz="2800" spc="120">
                <a:latin typeface="Verdana"/>
                <a:cs typeface="Verdana"/>
              </a:rPr>
              <a:t>n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145">
                <a:latin typeface="Verdana"/>
                <a:cs typeface="Verdana"/>
              </a:rPr>
              <a:t>d</a:t>
            </a:r>
            <a:r>
              <a:rPr dirty="0" sz="2800" spc="-35">
                <a:latin typeface="Verdana"/>
                <a:cs typeface="Verdana"/>
              </a:rPr>
              <a:t>a</a:t>
            </a:r>
            <a:r>
              <a:rPr dirty="0" sz="2800" spc="25">
                <a:latin typeface="Verdana"/>
                <a:cs typeface="Verdana"/>
              </a:rPr>
              <a:t>t</a:t>
            </a:r>
            <a:r>
              <a:rPr dirty="0" sz="2800" spc="-35">
                <a:latin typeface="Verdana"/>
                <a:cs typeface="Verdana"/>
              </a:rPr>
              <a:t>a</a:t>
            </a:r>
            <a:r>
              <a:rPr dirty="0" sz="2800" spc="-95">
                <a:latin typeface="Verdana"/>
                <a:cs typeface="Verdana"/>
              </a:rPr>
              <a:t>s</a:t>
            </a:r>
            <a:r>
              <a:rPr dirty="0" sz="2800" spc="15">
                <a:latin typeface="Verdana"/>
                <a:cs typeface="Verdana"/>
              </a:rPr>
              <a:t>e</a:t>
            </a:r>
            <a:r>
              <a:rPr dirty="0" sz="2800" spc="30">
                <a:latin typeface="Verdana"/>
                <a:cs typeface="Verdana"/>
              </a:rPr>
              <a:t>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258" y="4830697"/>
            <a:ext cx="33661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40">
                <a:latin typeface="Verdana"/>
                <a:cs typeface="Verdana"/>
              </a:rPr>
              <a:t>O</a:t>
            </a:r>
            <a:r>
              <a:rPr dirty="0" sz="2800" spc="-145">
                <a:latin typeface="Verdana"/>
                <a:cs typeface="Verdana"/>
              </a:rPr>
              <a:t>v</a:t>
            </a:r>
            <a:r>
              <a:rPr dirty="0" sz="2800" spc="15">
                <a:latin typeface="Verdana"/>
                <a:cs typeface="Verdana"/>
              </a:rPr>
              <a:t>e</a:t>
            </a:r>
            <a:r>
              <a:rPr dirty="0" sz="2800" spc="-75">
                <a:latin typeface="Verdana"/>
                <a:cs typeface="Verdana"/>
              </a:rPr>
              <a:t>r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110">
                <a:latin typeface="Verdana"/>
                <a:cs typeface="Verdana"/>
              </a:rPr>
              <a:t>c</a:t>
            </a:r>
            <a:r>
              <a:rPr dirty="0" sz="2800" spc="50">
                <a:latin typeface="Verdana"/>
                <a:cs typeface="Verdana"/>
              </a:rPr>
              <a:t>o</a:t>
            </a:r>
            <a:r>
              <a:rPr dirty="0" sz="2800" spc="114">
                <a:latin typeface="Verdana"/>
                <a:cs typeface="Verdana"/>
              </a:rPr>
              <a:t>n</a:t>
            </a:r>
            <a:r>
              <a:rPr dirty="0" sz="2800" spc="-95">
                <a:latin typeface="Verdana"/>
                <a:cs typeface="Verdana"/>
              </a:rPr>
              <a:t>s</a:t>
            </a:r>
            <a:r>
              <a:rPr dirty="0" sz="2800" spc="105">
                <a:latin typeface="Verdana"/>
                <a:cs typeface="Verdana"/>
              </a:rPr>
              <a:t>u</a:t>
            </a:r>
            <a:r>
              <a:rPr dirty="0" sz="2800" spc="240">
                <a:latin typeface="Verdana"/>
                <a:cs typeface="Verdana"/>
              </a:rPr>
              <a:t>m</a:t>
            </a:r>
            <a:r>
              <a:rPr dirty="0" sz="2800" spc="145">
                <a:latin typeface="Verdana"/>
                <a:cs typeface="Verdana"/>
              </a:rPr>
              <a:t>p</a:t>
            </a:r>
            <a:r>
              <a:rPr dirty="0" sz="2800" spc="25">
                <a:latin typeface="Verdana"/>
                <a:cs typeface="Verdana"/>
              </a:rPr>
              <a:t>t</a:t>
            </a:r>
            <a:r>
              <a:rPr dirty="0" sz="2800" spc="-20">
                <a:latin typeface="Verdana"/>
                <a:cs typeface="Verdana"/>
              </a:rPr>
              <a:t>i</a:t>
            </a:r>
            <a:r>
              <a:rPr dirty="0" sz="2800" spc="50">
                <a:latin typeface="Verdana"/>
                <a:cs typeface="Verdana"/>
              </a:rPr>
              <a:t>o</a:t>
            </a:r>
            <a:r>
              <a:rPr dirty="0" sz="2800" spc="120">
                <a:latin typeface="Verdana"/>
                <a:cs typeface="Verdana"/>
              </a:rPr>
              <a:t>n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9" y="7919808"/>
            <a:ext cx="3815655" cy="23671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5119" y="8847120"/>
            <a:ext cx="1523999" cy="14398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39346" y="3"/>
            <a:ext cx="1523999" cy="141449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16000" y="1783497"/>
            <a:ext cx="5777230" cy="11899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600" spc="365">
                <a:latin typeface="Tahoma"/>
                <a:cs typeface="Tahoma"/>
              </a:rPr>
              <a:t>Conclusion</a:t>
            </a:r>
            <a:endParaRPr sz="76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504537" y="2991463"/>
            <a:ext cx="724535" cy="1667510"/>
            <a:chOff x="12504537" y="2991463"/>
            <a:chExt cx="724535" cy="1667510"/>
          </a:xfrm>
        </p:grpSpPr>
        <p:sp>
          <p:nvSpPr>
            <p:cNvPr id="11" name="object 11"/>
            <p:cNvSpPr/>
            <p:nvPr/>
          </p:nvSpPr>
          <p:spPr>
            <a:xfrm>
              <a:off x="12776084" y="2991463"/>
              <a:ext cx="180975" cy="1169035"/>
            </a:xfrm>
            <a:custGeom>
              <a:avLst/>
              <a:gdLst/>
              <a:ahLst/>
              <a:cxnLst/>
              <a:rect l="l" t="t" r="r" b="b"/>
              <a:pathLst>
                <a:path w="180975" h="1169035">
                  <a:moveTo>
                    <a:pt x="180974" y="0"/>
                  </a:moveTo>
                  <a:lnTo>
                    <a:pt x="180974" y="1168592"/>
                  </a:lnTo>
                  <a:lnTo>
                    <a:pt x="0" y="1168592"/>
                  </a:lnTo>
                  <a:lnTo>
                    <a:pt x="0" y="0"/>
                  </a:lnTo>
                  <a:lnTo>
                    <a:pt x="1809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595109" y="4205359"/>
              <a:ext cx="542925" cy="362585"/>
            </a:xfrm>
            <a:custGeom>
              <a:avLst/>
              <a:gdLst/>
              <a:ahLst/>
              <a:cxnLst/>
              <a:rect l="l" t="t" r="r" b="b"/>
              <a:pathLst>
                <a:path w="542925" h="362585">
                  <a:moveTo>
                    <a:pt x="0" y="0"/>
                  </a:moveTo>
                  <a:lnTo>
                    <a:pt x="542924" y="0"/>
                  </a:lnTo>
                  <a:lnTo>
                    <a:pt x="271462" y="362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595109" y="4205359"/>
              <a:ext cx="542925" cy="362585"/>
            </a:xfrm>
            <a:custGeom>
              <a:avLst/>
              <a:gdLst/>
              <a:ahLst/>
              <a:cxnLst/>
              <a:rect l="l" t="t" r="r" b="b"/>
              <a:pathLst>
                <a:path w="542925" h="362585">
                  <a:moveTo>
                    <a:pt x="542924" y="0"/>
                  </a:moveTo>
                  <a:lnTo>
                    <a:pt x="271462" y="362435"/>
                  </a:lnTo>
                  <a:lnTo>
                    <a:pt x="0" y="0"/>
                  </a:lnTo>
                  <a:lnTo>
                    <a:pt x="542924" y="0"/>
                  </a:lnTo>
                  <a:close/>
                </a:path>
              </a:pathLst>
            </a:custGeom>
            <a:ln w="181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1703816" y="6613545"/>
            <a:ext cx="4533265" cy="1495425"/>
          </a:xfrm>
          <a:prstGeom prst="rect">
            <a:avLst/>
          </a:prstGeom>
        </p:spPr>
        <p:txBody>
          <a:bodyPr wrap="square" lIns="0" tIns="241300" rIns="0" bIns="0" rtlCol="0" vert="horz">
            <a:spAutoFit/>
          </a:bodyPr>
          <a:lstStyle/>
          <a:p>
            <a:pPr marL="12700" marR="5080">
              <a:lnSpc>
                <a:spcPct val="73300"/>
              </a:lnSpc>
              <a:spcBef>
                <a:spcPts val="1900"/>
              </a:spcBef>
            </a:pPr>
            <a:r>
              <a:rPr dirty="0" sz="5550" spc="270" b="1">
                <a:latin typeface="Tahoma"/>
                <a:cs typeface="Tahoma"/>
              </a:rPr>
              <a:t>Needs</a:t>
            </a:r>
            <a:r>
              <a:rPr dirty="0" sz="5550" spc="-50" b="1">
                <a:latin typeface="Tahoma"/>
                <a:cs typeface="Tahoma"/>
              </a:rPr>
              <a:t> </a:t>
            </a:r>
            <a:r>
              <a:rPr dirty="0" sz="5550" spc="235" b="1">
                <a:latin typeface="Tahoma"/>
                <a:cs typeface="Tahoma"/>
              </a:rPr>
              <a:t>to</a:t>
            </a:r>
            <a:r>
              <a:rPr dirty="0" sz="5550" spc="-50" b="1">
                <a:latin typeface="Tahoma"/>
                <a:cs typeface="Tahoma"/>
              </a:rPr>
              <a:t> </a:t>
            </a:r>
            <a:r>
              <a:rPr dirty="0" sz="5550" spc="320" b="1">
                <a:latin typeface="Tahoma"/>
                <a:cs typeface="Tahoma"/>
              </a:rPr>
              <a:t>be </a:t>
            </a:r>
            <a:r>
              <a:rPr dirty="0" sz="5550" spc="-1610" b="1">
                <a:latin typeface="Tahoma"/>
                <a:cs typeface="Tahoma"/>
              </a:rPr>
              <a:t> </a:t>
            </a:r>
            <a:r>
              <a:rPr dirty="0" sz="5550" spc="335" b="1">
                <a:latin typeface="Tahoma"/>
                <a:cs typeface="Tahoma"/>
              </a:rPr>
              <a:t>changed</a:t>
            </a:r>
            <a:endParaRPr sz="55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926" y="5411945"/>
            <a:ext cx="2577465" cy="18872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5145"/>
              </a:lnSpc>
              <a:spcBef>
                <a:spcPts val="114"/>
              </a:spcBef>
            </a:pPr>
            <a:r>
              <a:rPr dirty="0" sz="4950" spc="70" b="1">
                <a:latin typeface="Tahoma"/>
                <a:cs typeface="Tahoma"/>
              </a:rPr>
              <a:t>S</a:t>
            </a:r>
            <a:r>
              <a:rPr dirty="0" sz="4950" spc="260" b="1">
                <a:latin typeface="Tahoma"/>
                <a:cs typeface="Tahoma"/>
              </a:rPr>
              <a:t>u</a:t>
            </a:r>
            <a:r>
              <a:rPr dirty="0" sz="4950" spc="315" b="1">
                <a:latin typeface="Tahoma"/>
                <a:cs typeface="Tahoma"/>
              </a:rPr>
              <a:t>b</a:t>
            </a:r>
            <a:r>
              <a:rPr dirty="0" sz="4950" spc="-210" b="1">
                <a:latin typeface="Tahoma"/>
                <a:cs typeface="Tahoma"/>
              </a:rPr>
              <a:t>j</a:t>
            </a:r>
            <a:r>
              <a:rPr dirty="0" sz="4950" spc="240" b="1">
                <a:latin typeface="Tahoma"/>
                <a:cs typeface="Tahoma"/>
              </a:rPr>
              <a:t>e</a:t>
            </a:r>
            <a:r>
              <a:rPr dirty="0" sz="4950" spc="375" b="1">
                <a:latin typeface="Tahoma"/>
                <a:cs typeface="Tahoma"/>
              </a:rPr>
              <a:t>c</a:t>
            </a:r>
            <a:r>
              <a:rPr dirty="0" sz="4950" spc="160" b="1">
                <a:latin typeface="Tahoma"/>
                <a:cs typeface="Tahoma"/>
              </a:rPr>
              <a:t>t</a:t>
            </a:r>
            <a:endParaRPr sz="4950">
              <a:latin typeface="Tahoma"/>
              <a:cs typeface="Tahoma"/>
            </a:endParaRPr>
          </a:p>
          <a:p>
            <a:pPr marL="12700" marR="757555">
              <a:lnSpc>
                <a:spcPct val="73200"/>
              </a:lnSpc>
              <a:spcBef>
                <a:spcPts val="795"/>
              </a:spcBef>
            </a:pPr>
            <a:r>
              <a:rPr dirty="0" sz="4950" spc="165" b="1">
                <a:latin typeface="Tahoma"/>
                <a:cs typeface="Tahoma"/>
              </a:rPr>
              <a:t>Tools </a:t>
            </a:r>
            <a:r>
              <a:rPr dirty="0" sz="4950" spc="-1440" b="1">
                <a:latin typeface="Tahoma"/>
                <a:cs typeface="Tahoma"/>
              </a:rPr>
              <a:t> </a:t>
            </a:r>
            <a:r>
              <a:rPr dirty="0" sz="4950" spc="-710" b="1">
                <a:latin typeface="Tahoma"/>
                <a:cs typeface="Tahoma"/>
              </a:rPr>
              <a:t>I</a:t>
            </a:r>
            <a:r>
              <a:rPr dirty="0" sz="4950" spc="345" b="1">
                <a:latin typeface="Tahoma"/>
                <a:cs typeface="Tahoma"/>
              </a:rPr>
              <a:t>d</a:t>
            </a:r>
            <a:r>
              <a:rPr dirty="0" sz="4950" spc="240" b="1">
                <a:latin typeface="Tahoma"/>
                <a:cs typeface="Tahoma"/>
              </a:rPr>
              <a:t>e</a:t>
            </a:r>
            <a:r>
              <a:rPr dirty="0" sz="4950" spc="150" b="1">
                <a:latin typeface="Tahoma"/>
                <a:cs typeface="Tahoma"/>
              </a:rPr>
              <a:t>a</a:t>
            </a:r>
            <a:r>
              <a:rPr dirty="0" sz="4950" spc="165" b="1">
                <a:latin typeface="Tahoma"/>
                <a:cs typeface="Tahoma"/>
              </a:rPr>
              <a:t>s</a:t>
            </a:r>
            <a:endParaRPr sz="4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290"/>
              <a:t>T</a:t>
            </a:r>
            <a:r>
              <a:rPr dirty="0" spc="550"/>
              <a:t>H</a:t>
            </a:r>
            <a:r>
              <a:rPr dirty="0" spc="1350"/>
              <a:t>A</a:t>
            </a:r>
            <a:r>
              <a:rPr dirty="0" spc="459"/>
              <a:t>N</a:t>
            </a:r>
            <a:r>
              <a:rPr dirty="0" spc="740"/>
              <a:t>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1458" y="2348973"/>
            <a:ext cx="5250815" cy="3275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56030">
              <a:lnSpc>
                <a:spcPct val="100000"/>
              </a:lnSpc>
              <a:spcBef>
                <a:spcPts val="90"/>
              </a:spcBef>
            </a:pPr>
            <a:r>
              <a:rPr dirty="0" sz="13450" spc="640" b="1">
                <a:solidFill>
                  <a:srgbClr val="F9B80C"/>
                </a:solidFill>
                <a:latin typeface="Tahoma"/>
                <a:cs typeface="Tahoma"/>
              </a:rPr>
              <a:t>YOU</a:t>
            </a:r>
            <a:endParaRPr sz="13450">
              <a:latin typeface="Tahoma"/>
              <a:cs typeface="Tahoma"/>
            </a:endParaRPr>
          </a:p>
          <a:p>
            <a:pPr marL="1277620" marR="5080" indent="-1265555">
              <a:lnSpc>
                <a:spcPct val="116100"/>
              </a:lnSpc>
              <a:spcBef>
                <a:spcPts val="1660"/>
              </a:spcBef>
            </a:pPr>
            <a:r>
              <a:rPr dirty="0" sz="2800" spc="335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z="2800" spc="-8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-7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7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li</a:t>
            </a:r>
            <a:r>
              <a:rPr dirty="0" sz="2800" spc="17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3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-40">
                <a:solidFill>
                  <a:srgbClr val="FFFFFF"/>
                </a:solidFill>
                <a:latin typeface="Verdana"/>
                <a:cs typeface="Verdana"/>
              </a:rPr>
              <a:t>f 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800" spc="-8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9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-3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2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8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425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8874193"/>
            <a:ext cx="1523999" cy="1412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Pierre Bénot</dc:creator>
  <cp:keywords>DAFjvcftXMY,BADaMEybJAg</cp:keywords>
  <dc:title>Big Data Analysis</dc:title>
  <dcterms:created xsi:type="dcterms:W3CDTF">2023-05-23T14:55:03Z</dcterms:created>
  <dcterms:modified xsi:type="dcterms:W3CDTF">2023-05-23T14:55:03Z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2023-05-23T00:00:00Z</vt:filetime>
  </property>
  <property fmtid="{D5CDD505-2E9C-101B-9397-08002B2CF9AE}" pid="3" name="Creator">
    <vt:lpwstr>Canva</vt:lpwstr>
  </property>
  <property fmtid="{D5CDD505-2E9C-101B-9397-08002B2CF9AE}" pid="4" name="LastSaved">
    <vt:filetime>2023-05-23T00:00:00Z</vt:filetime>
  </property>
</Properties>
</file>