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18288000" cy="10287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1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1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1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507789" y="1"/>
            <a:ext cx="10782300" cy="10287000"/>
          </a:xfrm>
          <a:custGeom>
            <a:avLst/>
            <a:gdLst/>
            <a:ahLst/>
            <a:cxnLst/>
            <a:rect l="l" t="t" r="r" b="b"/>
            <a:pathLst>
              <a:path w="10782300" h="10287000">
                <a:moveTo>
                  <a:pt x="10782299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0782299" y="0"/>
                </a:lnTo>
                <a:lnTo>
                  <a:pt x="10782299" y="10286999"/>
                </a:lnTo>
                <a:close/>
              </a:path>
            </a:pathLst>
          </a:custGeom>
          <a:solidFill>
            <a:srgbClr val="4A641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699" y="2251411"/>
            <a:ext cx="9086849" cy="553402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449085" y="7003576"/>
            <a:ext cx="3819524" cy="3283423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32" y="3424"/>
            <a:ext cx="2617142" cy="224447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72680" y="1774292"/>
            <a:ext cx="11742639" cy="15773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1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jp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7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Relationship Id="rId4" Type="http://schemas.openxmlformats.org/officeDocument/2006/relationships/image" Target="../media/image21.jpg"/><Relationship Id="rId5" Type="http://schemas.openxmlformats.org/officeDocument/2006/relationships/image" Target="../media/image22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4A641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038690"/>
            <a:ext cx="4699832" cy="42481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889596" y="3720"/>
            <a:ext cx="3398402" cy="291092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94348" y="4109413"/>
            <a:ext cx="2495549" cy="10382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69923" y="1148418"/>
            <a:ext cx="1523999" cy="17716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068844" y="5787640"/>
            <a:ext cx="1523999" cy="177164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585686" y="5649306"/>
            <a:ext cx="3117215" cy="619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00" spc="45" b="1">
                <a:solidFill>
                  <a:srgbClr val="FFFFFF"/>
                </a:solidFill>
                <a:latin typeface="Tahoma"/>
                <a:cs typeface="Tahoma"/>
              </a:rPr>
              <a:t>PythoNinjas</a:t>
            </a:r>
            <a:endParaRPr sz="390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585"/>
              <a:t>Big</a:t>
            </a:r>
            <a:r>
              <a:rPr dirty="0" spc="-35"/>
              <a:t> </a:t>
            </a:r>
            <a:r>
              <a:rPr dirty="0" spc="415"/>
              <a:t>data</a:t>
            </a:r>
            <a:r>
              <a:rPr dirty="0" spc="-35"/>
              <a:t> </a:t>
            </a:r>
            <a:r>
              <a:rPr dirty="0" spc="320"/>
              <a:t>analysis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4287699" y="8472690"/>
            <a:ext cx="3890010" cy="1706245"/>
          </a:xfrm>
          <a:prstGeom prst="rect">
            <a:avLst/>
          </a:prstGeom>
        </p:spPr>
        <p:txBody>
          <a:bodyPr wrap="square" lIns="0" tIns="7493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590"/>
              </a:spcBef>
            </a:pPr>
            <a:r>
              <a:rPr dirty="0" sz="2400" spc="5">
                <a:solidFill>
                  <a:srgbClr val="FFFFFF"/>
                </a:solidFill>
                <a:latin typeface="Georgia"/>
                <a:cs typeface="Georgia"/>
              </a:rPr>
              <a:t>Guillaume</a:t>
            </a:r>
            <a:r>
              <a:rPr dirty="0" sz="2400" spc="-3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2400" spc="10">
                <a:solidFill>
                  <a:srgbClr val="FFFFFF"/>
                </a:solidFill>
                <a:latin typeface="Georgia"/>
                <a:cs typeface="Georgia"/>
              </a:rPr>
              <a:t>JOLIVALT</a:t>
            </a:r>
            <a:endParaRPr sz="2400">
              <a:latin typeface="Georgia"/>
              <a:cs typeface="Georgia"/>
            </a:endParaRPr>
          </a:p>
          <a:p>
            <a:pPr algn="r" marL="12700" marR="5080" indent="1901189">
              <a:lnSpc>
                <a:spcPct val="116799"/>
              </a:lnSpc>
              <a:spcBef>
                <a:spcPts val="10"/>
              </a:spcBef>
            </a:pPr>
            <a:r>
              <a:rPr dirty="0" sz="2400" spc="5">
                <a:solidFill>
                  <a:srgbClr val="FFFFFF"/>
                </a:solidFill>
                <a:latin typeface="Georgia"/>
                <a:cs typeface="Georgia"/>
              </a:rPr>
              <a:t>Pierre</a:t>
            </a:r>
            <a:r>
              <a:rPr dirty="0" sz="2400" spc="-7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2400" spc="15">
                <a:solidFill>
                  <a:srgbClr val="FFFFFF"/>
                </a:solidFill>
                <a:latin typeface="Georgia"/>
                <a:cs typeface="Georgia"/>
              </a:rPr>
              <a:t>BÉNOT </a:t>
            </a:r>
            <a:r>
              <a:rPr dirty="0" sz="2400" spc="-56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2400" spc="10">
                <a:solidFill>
                  <a:srgbClr val="FFFFFF"/>
                </a:solidFill>
                <a:latin typeface="Georgia"/>
                <a:cs typeface="Georgia"/>
              </a:rPr>
              <a:t>Clément</a:t>
            </a:r>
            <a:r>
              <a:rPr dirty="0" sz="2400" spc="7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2400" spc="10">
                <a:solidFill>
                  <a:srgbClr val="FFFFFF"/>
                </a:solidFill>
                <a:latin typeface="Georgia"/>
                <a:cs typeface="Georgia"/>
              </a:rPr>
              <a:t>FABIEN </a:t>
            </a:r>
            <a:r>
              <a:rPr dirty="0" sz="2400" spc="1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2200">
                <a:solidFill>
                  <a:srgbClr val="FFFFFF"/>
                </a:solidFill>
                <a:latin typeface="Georgia"/>
                <a:cs typeface="Georgia"/>
              </a:rPr>
              <a:t>Elmurodjon</a:t>
            </a:r>
            <a:r>
              <a:rPr dirty="0" sz="2200" spc="-4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2200" spc="5">
                <a:solidFill>
                  <a:srgbClr val="FFFFFF"/>
                </a:solidFill>
                <a:latin typeface="Georgia"/>
                <a:cs typeface="Georgia"/>
              </a:rPr>
              <a:t>ABDULLAJONOV</a:t>
            </a:r>
            <a:endParaRPr sz="22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3790950"/>
          </a:xfrm>
          <a:custGeom>
            <a:avLst/>
            <a:gdLst/>
            <a:ahLst/>
            <a:cxnLst/>
            <a:rect l="l" t="t" r="r" b="b"/>
            <a:pathLst>
              <a:path w="18288000" h="3790950">
                <a:moveTo>
                  <a:pt x="18287998" y="3790949"/>
                </a:moveTo>
                <a:lnTo>
                  <a:pt x="0" y="379094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3790949"/>
                </a:lnTo>
                <a:close/>
              </a:path>
            </a:pathLst>
          </a:custGeom>
          <a:solidFill>
            <a:srgbClr val="79A2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277802" y="5266897"/>
            <a:ext cx="2197100" cy="2197100"/>
          </a:xfrm>
          <a:custGeom>
            <a:avLst/>
            <a:gdLst/>
            <a:ahLst/>
            <a:cxnLst/>
            <a:rect l="l" t="t" r="r" b="b"/>
            <a:pathLst>
              <a:path w="2197100" h="2197100">
                <a:moveTo>
                  <a:pt x="1098271" y="2196535"/>
                </a:moveTo>
                <a:lnTo>
                  <a:pt x="1050627" y="2195521"/>
                </a:lnTo>
                <a:lnTo>
                  <a:pt x="1003505" y="2192504"/>
                </a:lnTo>
                <a:lnTo>
                  <a:pt x="956942" y="2187527"/>
                </a:lnTo>
                <a:lnTo>
                  <a:pt x="910980" y="2180630"/>
                </a:lnTo>
                <a:lnTo>
                  <a:pt x="865661" y="2171855"/>
                </a:lnTo>
                <a:lnTo>
                  <a:pt x="821024" y="2161243"/>
                </a:lnTo>
                <a:lnTo>
                  <a:pt x="777112" y="2148835"/>
                </a:lnTo>
                <a:lnTo>
                  <a:pt x="733966" y="2134672"/>
                </a:lnTo>
                <a:lnTo>
                  <a:pt x="691626" y="2118796"/>
                </a:lnTo>
                <a:lnTo>
                  <a:pt x="650135" y="2101247"/>
                </a:lnTo>
                <a:lnTo>
                  <a:pt x="609533" y="2082068"/>
                </a:lnTo>
                <a:lnTo>
                  <a:pt x="569861" y="2061299"/>
                </a:lnTo>
                <a:lnTo>
                  <a:pt x="531161" y="2038981"/>
                </a:lnTo>
                <a:lnTo>
                  <a:pt x="493474" y="2015155"/>
                </a:lnTo>
                <a:lnTo>
                  <a:pt x="456841" y="1989864"/>
                </a:lnTo>
                <a:lnTo>
                  <a:pt x="421304" y="1963147"/>
                </a:lnTo>
                <a:lnTo>
                  <a:pt x="386902" y="1935047"/>
                </a:lnTo>
                <a:lnTo>
                  <a:pt x="353679" y="1905604"/>
                </a:lnTo>
                <a:lnTo>
                  <a:pt x="321675" y="1874860"/>
                </a:lnTo>
                <a:lnTo>
                  <a:pt x="290931" y="1842856"/>
                </a:lnTo>
                <a:lnTo>
                  <a:pt x="261488" y="1809632"/>
                </a:lnTo>
                <a:lnTo>
                  <a:pt x="233387" y="1775231"/>
                </a:lnTo>
                <a:lnTo>
                  <a:pt x="206671" y="1739694"/>
                </a:lnTo>
                <a:lnTo>
                  <a:pt x="181379" y="1703061"/>
                </a:lnTo>
                <a:lnTo>
                  <a:pt x="157554" y="1665374"/>
                </a:lnTo>
                <a:lnTo>
                  <a:pt x="135236" y="1626674"/>
                </a:lnTo>
                <a:lnTo>
                  <a:pt x="114467" y="1587002"/>
                </a:lnTo>
                <a:lnTo>
                  <a:pt x="95287" y="1546400"/>
                </a:lnTo>
                <a:lnTo>
                  <a:pt x="77739" y="1504909"/>
                </a:lnTo>
                <a:lnTo>
                  <a:pt x="61863" y="1462569"/>
                </a:lnTo>
                <a:lnTo>
                  <a:pt x="47700" y="1419423"/>
                </a:lnTo>
                <a:lnTo>
                  <a:pt x="35292" y="1375511"/>
                </a:lnTo>
                <a:lnTo>
                  <a:pt x="24680" y="1330874"/>
                </a:lnTo>
                <a:lnTo>
                  <a:pt x="15905" y="1285555"/>
                </a:lnTo>
                <a:lnTo>
                  <a:pt x="9008" y="1239593"/>
                </a:lnTo>
                <a:lnTo>
                  <a:pt x="4031" y="1193030"/>
                </a:lnTo>
                <a:lnTo>
                  <a:pt x="1014" y="1145908"/>
                </a:lnTo>
                <a:lnTo>
                  <a:pt x="0" y="1098267"/>
                </a:lnTo>
                <a:lnTo>
                  <a:pt x="1014" y="1050627"/>
                </a:lnTo>
                <a:lnTo>
                  <a:pt x="4031" y="1003505"/>
                </a:lnTo>
                <a:lnTo>
                  <a:pt x="9008" y="956942"/>
                </a:lnTo>
                <a:lnTo>
                  <a:pt x="15905" y="910981"/>
                </a:lnTo>
                <a:lnTo>
                  <a:pt x="24680" y="865661"/>
                </a:lnTo>
                <a:lnTo>
                  <a:pt x="35292" y="821024"/>
                </a:lnTo>
                <a:lnTo>
                  <a:pt x="47700" y="777112"/>
                </a:lnTo>
                <a:lnTo>
                  <a:pt x="61863" y="733966"/>
                </a:lnTo>
                <a:lnTo>
                  <a:pt x="77739" y="691627"/>
                </a:lnTo>
                <a:lnTo>
                  <a:pt x="95287" y="650135"/>
                </a:lnTo>
                <a:lnTo>
                  <a:pt x="114467" y="609533"/>
                </a:lnTo>
                <a:lnTo>
                  <a:pt x="135236" y="569861"/>
                </a:lnTo>
                <a:lnTo>
                  <a:pt x="157554" y="531161"/>
                </a:lnTo>
                <a:lnTo>
                  <a:pt x="181379" y="493474"/>
                </a:lnTo>
                <a:lnTo>
                  <a:pt x="206671" y="456841"/>
                </a:lnTo>
                <a:lnTo>
                  <a:pt x="233387" y="421304"/>
                </a:lnTo>
                <a:lnTo>
                  <a:pt x="261488" y="386903"/>
                </a:lnTo>
                <a:lnTo>
                  <a:pt x="290931" y="353679"/>
                </a:lnTo>
                <a:lnTo>
                  <a:pt x="321675" y="321675"/>
                </a:lnTo>
                <a:lnTo>
                  <a:pt x="353679" y="290931"/>
                </a:lnTo>
                <a:lnTo>
                  <a:pt x="386902" y="261488"/>
                </a:lnTo>
                <a:lnTo>
                  <a:pt x="421304" y="233387"/>
                </a:lnTo>
                <a:lnTo>
                  <a:pt x="456841" y="206671"/>
                </a:lnTo>
                <a:lnTo>
                  <a:pt x="493474" y="181379"/>
                </a:lnTo>
                <a:lnTo>
                  <a:pt x="531161" y="157554"/>
                </a:lnTo>
                <a:lnTo>
                  <a:pt x="569861" y="135236"/>
                </a:lnTo>
                <a:lnTo>
                  <a:pt x="609533" y="114467"/>
                </a:lnTo>
                <a:lnTo>
                  <a:pt x="650135" y="95288"/>
                </a:lnTo>
                <a:lnTo>
                  <a:pt x="691626" y="77739"/>
                </a:lnTo>
                <a:lnTo>
                  <a:pt x="733966" y="61863"/>
                </a:lnTo>
                <a:lnTo>
                  <a:pt x="777112" y="47700"/>
                </a:lnTo>
                <a:lnTo>
                  <a:pt x="821024" y="35292"/>
                </a:lnTo>
                <a:lnTo>
                  <a:pt x="865661" y="24680"/>
                </a:lnTo>
                <a:lnTo>
                  <a:pt x="910980" y="15905"/>
                </a:lnTo>
                <a:lnTo>
                  <a:pt x="956942" y="9008"/>
                </a:lnTo>
                <a:lnTo>
                  <a:pt x="1003505" y="4031"/>
                </a:lnTo>
                <a:lnTo>
                  <a:pt x="1050627" y="1014"/>
                </a:lnTo>
                <a:lnTo>
                  <a:pt x="1098267" y="0"/>
                </a:lnTo>
                <a:lnTo>
                  <a:pt x="1145908" y="1014"/>
                </a:lnTo>
                <a:lnTo>
                  <a:pt x="1193030" y="4031"/>
                </a:lnTo>
                <a:lnTo>
                  <a:pt x="1239593" y="9008"/>
                </a:lnTo>
                <a:lnTo>
                  <a:pt x="1285554" y="15905"/>
                </a:lnTo>
                <a:lnTo>
                  <a:pt x="1330874" y="24680"/>
                </a:lnTo>
                <a:lnTo>
                  <a:pt x="1375511" y="35292"/>
                </a:lnTo>
                <a:lnTo>
                  <a:pt x="1419423" y="47700"/>
                </a:lnTo>
                <a:lnTo>
                  <a:pt x="1462569" y="61863"/>
                </a:lnTo>
                <a:lnTo>
                  <a:pt x="1504909" y="77739"/>
                </a:lnTo>
                <a:lnTo>
                  <a:pt x="1546400" y="95288"/>
                </a:lnTo>
                <a:lnTo>
                  <a:pt x="1587002" y="114467"/>
                </a:lnTo>
                <a:lnTo>
                  <a:pt x="1626674" y="135236"/>
                </a:lnTo>
                <a:lnTo>
                  <a:pt x="1665374" y="157554"/>
                </a:lnTo>
                <a:lnTo>
                  <a:pt x="1703061" y="181379"/>
                </a:lnTo>
                <a:lnTo>
                  <a:pt x="1739694" y="206671"/>
                </a:lnTo>
                <a:lnTo>
                  <a:pt x="1775231" y="233387"/>
                </a:lnTo>
                <a:lnTo>
                  <a:pt x="1809632" y="261488"/>
                </a:lnTo>
                <a:lnTo>
                  <a:pt x="1842856" y="290931"/>
                </a:lnTo>
                <a:lnTo>
                  <a:pt x="1874860" y="321675"/>
                </a:lnTo>
                <a:lnTo>
                  <a:pt x="1905604" y="353679"/>
                </a:lnTo>
                <a:lnTo>
                  <a:pt x="1935047" y="386903"/>
                </a:lnTo>
                <a:lnTo>
                  <a:pt x="1963147" y="421304"/>
                </a:lnTo>
                <a:lnTo>
                  <a:pt x="1989864" y="456841"/>
                </a:lnTo>
                <a:lnTo>
                  <a:pt x="2015155" y="493474"/>
                </a:lnTo>
                <a:lnTo>
                  <a:pt x="2038981" y="531161"/>
                </a:lnTo>
                <a:lnTo>
                  <a:pt x="2061299" y="569861"/>
                </a:lnTo>
                <a:lnTo>
                  <a:pt x="2082068" y="609533"/>
                </a:lnTo>
                <a:lnTo>
                  <a:pt x="2101247" y="650135"/>
                </a:lnTo>
                <a:lnTo>
                  <a:pt x="2118796" y="691627"/>
                </a:lnTo>
                <a:lnTo>
                  <a:pt x="2134672" y="733966"/>
                </a:lnTo>
                <a:lnTo>
                  <a:pt x="2148834" y="777112"/>
                </a:lnTo>
                <a:lnTo>
                  <a:pt x="2161242" y="821024"/>
                </a:lnTo>
                <a:lnTo>
                  <a:pt x="2171855" y="865661"/>
                </a:lnTo>
                <a:lnTo>
                  <a:pt x="2180630" y="910981"/>
                </a:lnTo>
                <a:lnTo>
                  <a:pt x="2187527" y="956942"/>
                </a:lnTo>
                <a:lnTo>
                  <a:pt x="2192504" y="1003505"/>
                </a:lnTo>
                <a:lnTo>
                  <a:pt x="2195520" y="1050627"/>
                </a:lnTo>
                <a:lnTo>
                  <a:pt x="2196535" y="1098268"/>
                </a:lnTo>
                <a:lnTo>
                  <a:pt x="2195520" y="1145908"/>
                </a:lnTo>
                <a:lnTo>
                  <a:pt x="2192504" y="1193030"/>
                </a:lnTo>
                <a:lnTo>
                  <a:pt x="2187527" y="1239593"/>
                </a:lnTo>
                <a:lnTo>
                  <a:pt x="2180630" y="1285555"/>
                </a:lnTo>
                <a:lnTo>
                  <a:pt x="2171855" y="1330874"/>
                </a:lnTo>
                <a:lnTo>
                  <a:pt x="2161242" y="1375511"/>
                </a:lnTo>
                <a:lnTo>
                  <a:pt x="2148834" y="1419423"/>
                </a:lnTo>
                <a:lnTo>
                  <a:pt x="2134672" y="1462569"/>
                </a:lnTo>
                <a:lnTo>
                  <a:pt x="2118796" y="1504909"/>
                </a:lnTo>
                <a:lnTo>
                  <a:pt x="2101247" y="1546400"/>
                </a:lnTo>
                <a:lnTo>
                  <a:pt x="2082068" y="1587002"/>
                </a:lnTo>
                <a:lnTo>
                  <a:pt x="2061299" y="1626674"/>
                </a:lnTo>
                <a:lnTo>
                  <a:pt x="2038981" y="1665374"/>
                </a:lnTo>
                <a:lnTo>
                  <a:pt x="2015155" y="1703061"/>
                </a:lnTo>
                <a:lnTo>
                  <a:pt x="1989864" y="1739694"/>
                </a:lnTo>
                <a:lnTo>
                  <a:pt x="1963147" y="1775231"/>
                </a:lnTo>
                <a:lnTo>
                  <a:pt x="1935047" y="1809632"/>
                </a:lnTo>
                <a:lnTo>
                  <a:pt x="1905604" y="1842856"/>
                </a:lnTo>
                <a:lnTo>
                  <a:pt x="1874860" y="1874860"/>
                </a:lnTo>
                <a:lnTo>
                  <a:pt x="1842856" y="1905604"/>
                </a:lnTo>
                <a:lnTo>
                  <a:pt x="1809632" y="1935047"/>
                </a:lnTo>
                <a:lnTo>
                  <a:pt x="1775231" y="1963147"/>
                </a:lnTo>
                <a:lnTo>
                  <a:pt x="1739694" y="1989864"/>
                </a:lnTo>
                <a:lnTo>
                  <a:pt x="1703061" y="2015155"/>
                </a:lnTo>
                <a:lnTo>
                  <a:pt x="1665374" y="2038981"/>
                </a:lnTo>
                <a:lnTo>
                  <a:pt x="1626674" y="2061299"/>
                </a:lnTo>
                <a:lnTo>
                  <a:pt x="1587002" y="2082068"/>
                </a:lnTo>
                <a:lnTo>
                  <a:pt x="1546400" y="2101247"/>
                </a:lnTo>
                <a:lnTo>
                  <a:pt x="1504909" y="2118796"/>
                </a:lnTo>
                <a:lnTo>
                  <a:pt x="1462569" y="2134672"/>
                </a:lnTo>
                <a:lnTo>
                  <a:pt x="1419423" y="2148835"/>
                </a:lnTo>
                <a:lnTo>
                  <a:pt x="1375511" y="2161243"/>
                </a:lnTo>
                <a:lnTo>
                  <a:pt x="1330874" y="2171855"/>
                </a:lnTo>
                <a:lnTo>
                  <a:pt x="1285554" y="2180630"/>
                </a:lnTo>
                <a:lnTo>
                  <a:pt x="1239593" y="2187527"/>
                </a:lnTo>
                <a:lnTo>
                  <a:pt x="1193030" y="2192504"/>
                </a:lnTo>
                <a:lnTo>
                  <a:pt x="1145908" y="2195521"/>
                </a:lnTo>
                <a:lnTo>
                  <a:pt x="1098271" y="2196535"/>
                </a:lnTo>
                <a:close/>
              </a:path>
            </a:pathLst>
          </a:custGeom>
          <a:solidFill>
            <a:srgbClr val="4A64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825753" y="5732095"/>
            <a:ext cx="3263900" cy="246253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002030">
              <a:lnSpc>
                <a:spcPct val="100000"/>
              </a:lnSpc>
              <a:spcBef>
                <a:spcPts val="114"/>
              </a:spcBef>
            </a:pPr>
            <a:r>
              <a:rPr dirty="0" sz="7900" spc="-720" b="1">
                <a:solidFill>
                  <a:srgbClr val="FFFFFF"/>
                </a:solidFill>
                <a:latin typeface="Tahoma"/>
                <a:cs typeface="Tahoma"/>
              </a:rPr>
              <a:t>01</a:t>
            </a:r>
            <a:endParaRPr sz="7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385"/>
              </a:spcBef>
            </a:pPr>
            <a:r>
              <a:rPr dirty="0" sz="2750" spc="125" b="1">
                <a:solidFill>
                  <a:srgbClr val="F9B80C"/>
                </a:solidFill>
                <a:latin typeface="Tahoma"/>
                <a:cs typeface="Tahoma"/>
              </a:rPr>
              <a:t>Online</a:t>
            </a:r>
            <a:r>
              <a:rPr dirty="0" sz="2750" spc="-55" b="1">
                <a:solidFill>
                  <a:srgbClr val="F9B80C"/>
                </a:solidFill>
                <a:latin typeface="Tahoma"/>
                <a:cs typeface="Tahoma"/>
              </a:rPr>
              <a:t> </a:t>
            </a:r>
            <a:r>
              <a:rPr dirty="0" sz="2750" spc="135" b="1">
                <a:solidFill>
                  <a:srgbClr val="F9B80C"/>
                </a:solidFill>
                <a:latin typeface="Tahoma"/>
                <a:cs typeface="Tahoma"/>
              </a:rPr>
              <a:t>Education</a:t>
            </a:r>
            <a:endParaRPr sz="275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167420" y="5266897"/>
            <a:ext cx="2197100" cy="2197100"/>
          </a:xfrm>
          <a:custGeom>
            <a:avLst/>
            <a:gdLst/>
            <a:ahLst/>
            <a:cxnLst/>
            <a:rect l="l" t="t" r="r" b="b"/>
            <a:pathLst>
              <a:path w="2197100" h="2197100">
                <a:moveTo>
                  <a:pt x="1098271" y="2196535"/>
                </a:moveTo>
                <a:lnTo>
                  <a:pt x="1050626" y="2195521"/>
                </a:lnTo>
                <a:lnTo>
                  <a:pt x="1003504" y="2192504"/>
                </a:lnTo>
                <a:lnTo>
                  <a:pt x="956942" y="2187527"/>
                </a:lnTo>
                <a:lnTo>
                  <a:pt x="910980" y="2180630"/>
                </a:lnTo>
                <a:lnTo>
                  <a:pt x="865660" y="2171855"/>
                </a:lnTo>
                <a:lnTo>
                  <a:pt x="821024" y="2161243"/>
                </a:lnTo>
                <a:lnTo>
                  <a:pt x="777111" y="2148835"/>
                </a:lnTo>
                <a:lnTo>
                  <a:pt x="733965" y="2134672"/>
                </a:lnTo>
                <a:lnTo>
                  <a:pt x="691626" y="2118796"/>
                </a:lnTo>
                <a:lnTo>
                  <a:pt x="650134" y="2101247"/>
                </a:lnTo>
                <a:lnTo>
                  <a:pt x="609532" y="2082068"/>
                </a:lnTo>
                <a:lnTo>
                  <a:pt x="569860" y="2061299"/>
                </a:lnTo>
                <a:lnTo>
                  <a:pt x="531160" y="2038981"/>
                </a:lnTo>
                <a:lnTo>
                  <a:pt x="493473" y="2015155"/>
                </a:lnTo>
                <a:lnTo>
                  <a:pt x="456840" y="1989864"/>
                </a:lnTo>
                <a:lnTo>
                  <a:pt x="421303" y="1963147"/>
                </a:lnTo>
                <a:lnTo>
                  <a:pt x="386902" y="1935047"/>
                </a:lnTo>
                <a:lnTo>
                  <a:pt x="353678" y="1905604"/>
                </a:lnTo>
                <a:lnTo>
                  <a:pt x="321674" y="1874860"/>
                </a:lnTo>
                <a:lnTo>
                  <a:pt x="290930" y="1842856"/>
                </a:lnTo>
                <a:lnTo>
                  <a:pt x="261487" y="1809632"/>
                </a:lnTo>
                <a:lnTo>
                  <a:pt x="233387" y="1775231"/>
                </a:lnTo>
                <a:lnTo>
                  <a:pt x="206670" y="1739694"/>
                </a:lnTo>
                <a:lnTo>
                  <a:pt x="181379" y="1703061"/>
                </a:lnTo>
                <a:lnTo>
                  <a:pt x="157553" y="1665374"/>
                </a:lnTo>
                <a:lnTo>
                  <a:pt x="135235" y="1626674"/>
                </a:lnTo>
                <a:lnTo>
                  <a:pt x="114466" y="1587002"/>
                </a:lnTo>
                <a:lnTo>
                  <a:pt x="95287" y="1546400"/>
                </a:lnTo>
                <a:lnTo>
                  <a:pt x="77738" y="1504909"/>
                </a:lnTo>
                <a:lnTo>
                  <a:pt x="61862" y="1462569"/>
                </a:lnTo>
                <a:lnTo>
                  <a:pt x="47700" y="1419423"/>
                </a:lnTo>
                <a:lnTo>
                  <a:pt x="35291" y="1375511"/>
                </a:lnTo>
                <a:lnTo>
                  <a:pt x="24679" y="1330874"/>
                </a:lnTo>
                <a:lnTo>
                  <a:pt x="15904" y="1285555"/>
                </a:lnTo>
                <a:lnTo>
                  <a:pt x="9007" y="1239593"/>
                </a:lnTo>
                <a:lnTo>
                  <a:pt x="4030" y="1193030"/>
                </a:lnTo>
                <a:lnTo>
                  <a:pt x="1013" y="1145908"/>
                </a:lnTo>
                <a:lnTo>
                  <a:pt x="0" y="1098235"/>
                </a:lnTo>
                <a:lnTo>
                  <a:pt x="1013" y="1050627"/>
                </a:lnTo>
                <a:lnTo>
                  <a:pt x="4030" y="1003505"/>
                </a:lnTo>
                <a:lnTo>
                  <a:pt x="9007" y="956942"/>
                </a:lnTo>
                <a:lnTo>
                  <a:pt x="15904" y="910981"/>
                </a:lnTo>
                <a:lnTo>
                  <a:pt x="24679" y="865661"/>
                </a:lnTo>
                <a:lnTo>
                  <a:pt x="35291" y="821024"/>
                </a:lnTo>
                <a:lnTo>
                  <a:pt x="47700" y="777112"/>
                </a:lnTo>
                <a:lnTo>
                  <a:pt x="61862" y="733966"/>
                </a:lnTo>
                <a:lnTo>
                  <a:pt x="77738" y="691627"/>
                </a:lnTo>
                <a:lnTo>
                  <a:pt x="95287" y="650135"/>
                </a:lnTo>
                <a:lnTo>
                  <a:pt x="114466" y="609533"/>
                </a:lnTo>
                <a:lnTo>
                  <a:pt x="135235" y="569861"/>
                </a:lnTo>
                <a:lnTo>
                  <a:pt x="157553" y="531161"/>
                </a:lnTo>
                <a:lnTo>
                  <a:pt x="181379" y="493474"/>
                </a:lnTo>
                <a:lnTo>
                  <a:pt x="206670" y="456841"/>
                </a:lnTo>
                <a:lnTo>
                  <a:pt x="233387" y="421304"/>
                </a:lnTo>
                <a:lnTo>
                  <a:pt x="261487" y="386903"/>
                </a:lnTo>
                <a:lnTo>
                  <a:pt x="290930" y="353679"/>
                </a:lnTo>
                <a:lnTo>
                  <a:pt x="321674" y="321675"/>
                </a:lnTo>
                <a:lnTo>
                  <a:pt x="353678" y="290931"/>
                </a:lnTo>
                <a:lnTo>
                  <a:pt x="386902" y="261488"/>
                </a:lnTo>
                <a:lnTo>
                  <a:pt x="421303" y="233387"/>
                </a:lnTo>
                <a:lnTo>
                  <a:pt x="456840" y="206671"/>
                </a:lnTo>
                <a:lnTo>
                  <a:pt x="493473" y="181379"/>
                </a:lnTo>
                <a:lnTo>
                  <a:pt x="531160" y="157554"/>
                </a:lnTo>
                <a:lnTo>
                  <a:pt x="569860" y="135236"/>
                </a:lnTo>
                <a:lnTo>
                  <a:pt x="609532" y="114467"/>
                </a:lnTo>
                <a:lnTo>
                  <a:pt x="650134" y="95288"/>
                </a:lnTo>
                <a:lnTo>
                  <a:pt x="691626" y="77739"/>
                </a:lnTo>
                <a:lnTo>
                  <a:pt x="733965" y="61863"/>
                </a:lnTo>
                <a:lnTo>
                  <a:pt x="777111" y="47700"/>
                </a:lnTo>
                <a:lnTo>
                  <a:pt x="821024" y="35292"/>
                </a:lnTo>
                <a:lnTo>
                  <a:pt x="865660" y="24680"/>
                </a:lnTo>
                <a:lnTo>
                  <a:pt x="910980" y="15905"/>
                </a:lnTo>
                <a:lnTo>
                  <a:pt x="956942" y="9008"/>
                </a:lnTo>
                <a:lnTo>
                  <a:pt x="1003504" y="4031"/>
                </a:lnTo>
                <a:lnTo>
                  <a:pt x="1050626" y="1014"/>
                </a:lnTo>
                <a:lnTo>
                  <a:pt x="1098267" y="0"/>
                </a:lnTo>
                <a:lnTo>
                  <a:pt x="1145908" y="1014"/>
                </a:lnTo>
                <a:lnTo>
                  <a:pt x="1193030" y="4031"/>
                </a:lnTo>
                <a:lnTo>
                  <a:pt x="1239592" y="9008"/>
                </a:lnTo>
                <a:lnTo>
                  <a:pt x="1285554" y="15905"/>
                </a:lnTo>
                <a:lnTo>
                  <a:pt x="1330874" y="24680"/>
                </a:lnTo>
                <a:lnTo>
                  <a:pt x="1375510" y="35292"/>
                </a:lnTo>
                <a:lnTo>
                  <a:pt x="1419422" y="47700"/>
                </a:lnTo>
                <a:lnTo>
                  <a:pt x="1462568" y="61863"/>
                </a:lnTo>
                <a:lnTo>
                  <a:pt x="1504908" y="77739"/>
                </a:lnTo>
                <a:lnTo>
                  <a:pt x="1546399" y="95288"/>
                </a:lnTo>
                <a:lnTo>
                  <a:pt x="1587001" y="114467"/>
                </a:lnTo>
                <a:lnTo>
                  <a:pt x="1626673" y="135236"/>
                </a:lnTo>
                <a:lnTo>
                  <a:pt x="1665373" y="157554"/>
                </a:lnTo>
                <a:lnTo>
                  <a:pt x="1703060" y="181379"/>
                </a:lnTo>
                <a:lnTo>
                  <a:pt x="1739693" y="206671"/>
                </a:lnTo>
                <a:lnTo>
                  <a:pt x="1775231" y="233387"/>
                </a:lnTo>
                <a:lnTo>
                  <a:pt x="1809632" y="261488"/>
                </a:lnTo>
                <a:lnTo>
                  <a:pt x="1842855" y="290931"/>
                </a:lnTo>
                <a:lnTo>
                  <a:pt x="1874859" y="321675"/>
                </a:lnTo>
                <a:lnTo>
                  <a:pt x="1905604" y="353679"/>
                </a:lnTo>
                <a:lnTo>
                  <a:pt x="1935046" y="386903"/>
                </a:lnTo>
                <a:lnTo>
                  <a:pt x="1963147" y="421304"/>
                </a:lnTo>
                <a:lnTo>
                  <a:pt x="1989863" y="456841"/>
                </a:lnTo>
                <a:lnTo>
                  <a:pt x="2015155" y="493474"/>
                </a:lnTo>
                <a:lnTo>
                  <a:pt x="2038980" y="531161"/>
                </a:lnTo>
                <a:lnTo>
                  <a:pt x="2061298" y="569861"/>
                </a:lnTo>
                <a:lnTo>
                  <a:pt x="2082067" y="609533"/>
                </a:lnTo>
                <a:lnTo>
                  <a:pt x="2101247" y="650135"/>
                </a:lnTo>
                <a:lnTo>
                  <a:pt x="2118795" y="691627"/>
                </a:lnTo>
                <a:lnTo>
                  <a:pt x="2134671" y="733966"/>
                </a:lnTo>
                <a:lnTo>
                  <a:pt x="2148834" y="777112"/>
                </a:lnTo>
                <a:lnTo>
                  <a:pt x="2161242" y="821024"/>
                </a:lnTo>
                <a:lnTo>
                  <a:pt x="2171854" y="865661"/>
                </a:lnTo>
                <a:lnTo>
                  <a:pt x="2180629" y="910981"/>
                </a:lnTo>
                <a:lnTo>
                  <a:pt x="2187526" y="956942"/>
                </a:lnTo>
                <a:lnTo>
                  <a:pt x="2192503" y="1003505"/>
                </a:lnTo>
                <a:lnTo>
                  <a:pt x="2195520" y="1050627"/>
                </a:lnTo>
                <a:lnTo>
                  <a:pt x="2196533" y="1098268"/>
                </a:lnTo>
                <a:lnTo>
                  <a:pt x="2195520" y="1145908"/>
                </a:lnTo>
                <a:lnTo>
                  <a:pt x="2192503" y="1193030"/>
                </a:lnTo>
                <a:lnTo>
                  <a:pt x="2187526" y="1239593"/>
                </a:lnTo>
                <a:lnTo>
                  <a:pt x="2180629" y="1285555"/>
                </a:lnTo>
                <a:lnTo>
                  <a:pt x="2171854" y="1330874"/>
                </a:lnTo>
                <a:lnTo>
                  <a:pt x="2161242" y="1375511"/>
                </a:lnTo>
                <a:lnTo>
                  <a:pt x="2148834" y="1419423"/>
                </a:lnTo>
                <a:lnTo>
                  <a:pt x="2134671" y="1462569"/>
                </a:lnTo>
                <a:lnTo>
                  <a:pt x="2118795" y="1504909"/>
                </a:lnTo>
                <a:lnTo>
                  <a:pt x="2101247" y="1546400"/>
                </a:lnTo>
                <a:lnTo>
                  <a:pt x="2082067" y="1587002"/>
                </a:lnTo>
                <a:lnTo>
                  <a:pt x="2061298" y="1626674"/>
                </a:lnTo>
                <a:lnTo>
                  <a:pt x="2038980" y="1665374"/>
                </a:lnTo>
                <a:lnTo>
                  <a:pt x="2015155" y="1703061"/>
                </a:lnTo>
                <a:lnTo>
                  <a:pt x="1989863" y="1739694"/>
                </a:lnTo>
                <a:lnTo>
                  <a:pt x="1963147" y="1775231"/>
                </a:lnTo>
                <a:lnTo>
                  <a:pt x="1935046" y="1809632"/>
                </a:lnTo>
                <a:lnTo>
                  <a:pt x="1905604" y="1842856"/>
                </a:lnTo>
                <a:lnTo>
                  <a:pt x="1874859" y="1874860"/>
                </a:lnTo>
                <a:lnTo>
                  <a:pt x="1842855" y="1905604"/>
                </a:lnTo>
                <a:lnTo>
                  <a:pt x="1809632" y="1935047"/>
                </a:lnTo>
                <a:lnTo>
                  <a:pt x="1775231" y="1963147"/>
                </a:lnTo>
                <a:lnTo>
                  <a:pt x="1739693" y="1989864"/>
                </a:lnTo>
                <a:lnTo>
                  <a:pt x="1703060" y="2015155"/>
                </a:lnTo>
                <a:lnTo>
                  <a:pt x="1665373" y="2038981"/>
                </a:lnTo>
                <a:lnTo>
                  <a:pt x="1626673" y="2061299"/>
                </a:lnTo>
                <a:lnTo>
                  <a:pt x="1587001" y="2082068"/>
                </a:lnTo>
                <a:lnTo>
                  <a:pt x="1546399" y="2101247"/>
                </a:lnTo>
                <a:lnTo>
                  <a:pt x="1504908" y="2118796"/>
                </a:lnTo>
                <a:lnTo>
                  <a:pt x="1462568" y="2134672"/>
                </a:lnTo>
                <a:lnTo>
                  <a:pt x="1419422" y="2148835"/>
                </a:lnTo>
                <a:lnTo>
                  <a:pt x="1375510" y="2161243"/>
                </a:lnTo>
                <a:lnTo>
                  <a:pt x="1330874" y="2171855"/>
                </a:lnTo>
                <a:lnTo>
                  <a:pt x="1285554" y="2180630"/>
                </a:lnTo>
                <a:lnTo>
                  <a:pt x="1239592" y="2187527"/>
                </a:lnTo>
                <a:lnTo>
                  <a:pt x="1193030" y="2192504"/>
                </a:lnTo>
                <a:lnTo>
                  <a:pt x="1145908" y="2195521"/>
                </a:lnTo>
                <a:lnTo>
                  <a:pt x="1098271" y="2196535"/>
                </a:lnTo>
                <a:close/>
              </a:path>
            </a:pathLst>
          </a:custGeom>
          <a:solidFill>
            <a:srgbClr val="4A64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466742" y="5732095"/>
            <a:ext cx="1598295" cy="24841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00965">
              <a:lnSpc>
                <a:spcPct val="100000"/>
              </a:lnSpc>
              <a:spcBef>
                <a:spcPts val="114"/>
              </a:spcBef>
            </a:pPr>
            <a:r>
              <a:rPr dirty="0" sz="7900" spc="50" b="1">
                <a:solidFill>
                  <a:srgbClr val="FFFFFF"/>
                </a:solidFill>
                <a:latin typeface="Tahoma"/>
                <a:cs typeface="Tahoma"/>
              </a:rPr>
              <a:t>02</a:t>
            </a:r>
            <a:endParaRPr sz="7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375"/>
              </a:spcBef>
            </a:pPr>
            <a:r>
              <a:rPr dirty="0" sz="2900" spc="170" b="1">
                <a:solidFill>
                  <a:srgbClr val="F9B80C"/>
                </a:solidFill>
                <a:latin typeface="Tahoma"/>
                <a:cs typeface="Tahoma"/>
              </a:rPr>
              <a:t>E</a:t>
            </a:r>
            <a:r>
              <a:rPr dirty="0" sz="2900" spc="220" b="1">
                <a:solidFill>
                  <a:srgbClr val="F9B80C"/>
                </a:solidFill>
                <a:latin typeface="Tahoma"/>
                <a:cs typeface="Tahoma"/>
              </a:rPr>
              <a:t>c</a:t>
            </a:r>
            <a:r>
              <a:rPr dirty="0" sz="2900" spc="145" b="1">
                <a:solidFill>
                  <a:srgbClr val="F9B80C"/>
                </a:solidFill>
                <a:latin typeface="Tahoma"/>
                <a:cs typeface="Tahoma"/>
              </a:rPr>
              <a:t>o</a:t>
            </a:r>
            <a:r>
              <a:rPr dirty="0" sz="2900" spc="35" b="1">
                <a:solidFill>
                  <a:srgbClr val="F9B80C"/>
                </a:solidFill>
                <a:latin typeface="Tahoma"/>
                <a:cs typeface="Tahoma"/>
              </a:rPr>
              <a:t>l</a:t>
            </a:r>
            <a:r>
              <a:rPr dirty="0" sz="2900" spc="145" b="1">
                <a:solidFill>
                  <a:srgbClr val="F9B80C"/>
                </a:solidFill>
                <a:latin typeface="Tahoma"/>
                <a:cs typeface="Tahoma"/>
              </a:rPr>
              <a:t>o</a:t>
            </a:r>
            <a:r>
              <a:rPr dirty="0" sz="2900" spc="225" b="1">
                <a:solidFill>
                  <a:srgbClr val="F9B80C"/>
                </a:solidFill>
                <a:latin typeface="Tahoma"/>
                <a:cs typeface="Tahoma"/>
              </a:rPr>
              <a:t>g</a:t>
            </a:r>
            <a:r>
              <a:rPr dirty="0" sz="2900" spc="135" b="1">
                <a:solidFill>
                  <a:srgbClr val="F9B80C"/>
                </a:solidFill>
                <a:latin typeface="Tahoma"/>
                <a:cs typeface="Tahoma"/>
              </a:rPr>
              <a:t>y</a:t>
            </a:r>
            <a:endParaRPr sz="29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3057038" y="5266897"/>
            <a:ext cx="2197100" cy="2197100"/>
          </a:xfrm>
          <a:custGeom>
            <a:avLst/>
            <a:gdLst/>
            <a:ahLst/>
            <a:cxnLst/>
            <a:rect l="l" t="t" r="r" b="b"/>
            <a:pathLst>
              <a:path w="2197100" h="2197100">
                <a:moveTo>
                  <a:pt x="1098269" y="2196535"/>
                </a:moveTo>
                <a:lnTo>
                  <a:pt x="1050625" y="2195521"/>
                </a:lnTo>
                <a:lnTo>
                  <a:pt x="1003503" y="2192504"/>
                </a:lnTo>
                <a:lnTo>
                  <a:pt x="956940" y="2187527"/>
                </a:lnTo>
                <a:lnTo>
                  <a:pt x="910979" y="2180630"/>
                </a:lnTo>
                <a:lnTo>
                  <a:pt x="865659" y="2171855"/>
                </a:lnTo>
                <a:lnTo>
                  <a:pt x="821023" y="2161243"/>
                </a:lnTo>
                <a:lnTo>
                  <a:pt x="777111" y="2148835"/>
                </a:lnTo>
                <a:lnTo>
                  <a:pt x="733964" y="2134672"/>
                </a:lnTo>
                <a:lnTo>
                  <a:pt x="691625" y="2118796"/>
                </a:lnTo>
                <a:lnTo>
                  <a:pt x="650133" y="2101247"/>
                </a:lnTo>
                <a:lnTo>
                  <a:pt x="609531" y="2082068"/>
                </a:lnTo>
                <a:lnTo>
                  <a:pt x="569859" y="2061299"/>
                </a:lnTo>
                <a:lnTo>
                  <a:pt x="531159" y="2038981"/>
                </a:lnTo>
                <a:lnTo>
                  <a:pt x="493472" y="2015155"/>
                </a:lnTo>
                <a:lnTo>
                  <a:pt x="456839" y="1989864"/>
                </a:lnTo>
                <a:lnTo>
                  <a:pt x="421302" y="1963147"/>
                </a:lnTo>
                <a:lnTo>
                  <a:pt x="386901" y="1935047"/>
                </a:lnTo>
                <a:lnTo>
                  <a:pt x="353677" y="1905604"/>
                </a:lnTo>
                <a:lnTo>
                  <a:pt x="321673" y="1874860"/>
                </a:lnTo>
                <a:lnTo>
                  <a:pt x="290929" y="1842856"/>
                </a:lnTo>
                <a:lnTo>
                  <a:pt x="261486" y="1809632"/>
                </a:lnTo>
                <a:lnTo>
                  <a:pt x="233386" y="1775231"/>
                </a:lnTo>
                <a:lnTo>
                  <a:pt x="206669" y="1739694"/>
                </a:lnTo>
                <a:lnTo>
                  <a:pt x="181378" y="1703061"/>
                </a:lnTo>
                <a:lnTo>
                  <a:pt x="157552" y="1665374"/>
                </a:lnTo>
                <a:lnTo>
                  <a:pt x="135234" y="1626674"/>
                </a:lnTo>
                <a:lnTo>
                  <a:pt x="114465" y="1587002"/>
                </a:lnTo>
                <a:lnTo>
                  <a:pt x="95286" y="1546400"/>
                </a:lnTo>
                <a:lnTo>
                  <a:pt x="77737" y="1504909"/>
                </a:lnTo>
                <a:lnTo>
                  <a:pt x="61861" y="1462569"/>
                </a:lnTo>
                <a:lnTo>
                  <a:pt x="47698" y="1419423"/>
                </a:lnTo>
                <a:lnTo>
                  <a:pt x="35290" y="1375511"/>
                </a:lnTo>
                <a:lnTo>
                  <a:pt x="24678" y="1330874"/>
                </a:lnTo>
                <a:lnTo>
                  <a:pt x="15903" y="1285555"/>
                </a:lnTo>
                <a:lnTo>
                  <a:pt x="9006" y="1239593"/>
                </a:lnTo>
                <a:lnTo>
                  <a:pt x="4029" y="1193030"/>
                </a:lnTo>
                <a:lnTo>
                  <a:pt x="1012" y="1145908"/>
                </a:lnTo>
                <a:lnTo>
                  <a:pt x="0" y="1098176"/>
                </a:lnTo>
                <a:lnTo>
                  <a:pt x="1012" y="1050627"/>
                </a:lnTo>
                <a:lnTo>
                  <a:pt x="4029" y="1003505"/>
                </a:lnTo>
                <a:lnTo>
                  <a:pt x="9006" y="956942"/>
                </a:lnTo>
                <a:lnTo>
                  <a:pt x="15903" y="910981"/>
                </a:lnTo>
                <a:lnTo>
                  <a:pt x="24678" y="865661"/>
                </a:lnTo>
                <a:lnTo>
                  <a:pt x="35290" y="821024"/>
                </a:lnTo>
                <a:lnTo>
                  <a:pt x="47698" y="777112"/>
                </a:lnTo>
                <a:lnTo>
                  <a:pt x="61861" y="733966"/>
                </a:lnTo>
                <a:lnTo>
                  <a:pt x="77737" y="691627"/>
                </a:lnTo>
                <a:lnTo>
                  <a:pt x="95286" y="650135"/>
                </a:lnTo>
                <a:lnTo>
                  <a:pt x="114465" y="609533"/>
                </a:lnTo>
                <a:lnTo>
                  <a:pt x="135234" y="569861"/>
                </a:lnTo>
                <a:lnTo>
                  <a:pt x="157552" y="531161"/>
                </a:lnTo>
                <a:lnTo>
                  <a:pt x="181378" y="493474"/>
                </a:lnTo>
                <a:lnTo>
                  <a:pt x="206669" y="456841"/>
                </a:lnTo>
                <a:lnTo>
                  <a:pt x="233386" y="421304"/>
                </a:lnTo>
                <a:lnTo>
                  <a:pt x="261486" y="386903"/>
                </a:lnTo>
                <a:lnTo>
                  <a:pt x="290929" y="353679"/>
                </a:lnTo>
                <a:lnTo>
                  <a:pt x="321673" y="321675"/>
                </a:lnTo>
                <a:lnTo>
                  <a:pt x="353677" y="290931"/>
                </a:lnTo>
                <a:lnTo>
                  <a:pt x="386901" y="261488"/>
                </a:lnTo>
                <a:lnTo>
                  <a:pt x="421302" y="233387"/>
                </a:lnTo>
                <a:lnTo>
                  <a:pt x="456839" y="206671"/>
                </a:lnTo>
                <a:lnTo>
                  <a:pt x="493472" y="181379"/>
                </a:lnTo>
                <a:lnTo>
                  <a:pt x="531159" y="157554"/>
                </a:lnTo>
                <a:lnTo>
                  <a:pt x="569859" y="135236"/>
                </a:lnTo>
                <a:lnTo>
                  <a:pt x="609531" y="114467"/>
                </a:lnTo>
                <a:lnTo>
                  <a:pt x="650133" y="95288"/>
                </a:lnTo>
                <a:lnTo>
                  <a:pt x="691625" y="77739"/>
                </a:lnTo>
                <a:lnTo>
                  <a:pt x="733964" y="61863"/>
                </a:lnTo>
                <a:lnTo>
                  <a:pt x="777111" y="47700"/>
                </a:lnTo>
                <a:lnTo>
                  <a:pt x="821023" y="35292"/>
                </a:lnTo>
                <a:lnTo>
                  <a:pt x="865659" y="24680"/>
                </a:lnTo>
                <a:lnTo>
                  <a:pt x="910979" y="15905"/>
                </a:lnTo>
                <a:lnTo>
                  <a:pt x="956940" y="9008"/>
                </a:lnTo>
                <a:lnTo>
                  <a:pt x="1003503" y="4031"/>
                </a:lnTo>
                <a:lnTo>
                  <a:pt x="1050625" y="1014"/>
                </a:lnTo>
                <a:lnTo>
                  <a:pt x="1098266" y="0"/>
                </a:lnTo>
                <a:lnTo>
                  <a:pt x="1145906" y="1014"/>
                </a:lnTo>
                <a:lnTo>
                  <a:pt x="1193028" y="4031"/>
                </a:lnTo>
                <a:lnTo>
                  <a:pt x="1239591" y="9008"/>
                </a:lnTo>
                <a:lnTo>
                  <a:pt x="1285553" y="15905"/>
                </a:lnTo>
                <a:lnTo>
                  <a:pt x="1330873" y="24680"/>
                </a:lnTo>
                <a:lnTo>
                  <a:pt x="1375509" y="35292"/>
                </a:lnTo>
                <a:lnTo>
                  <a:pt x="1419421" y="47700"/>
                </a:lnTo>
                <a:lnTo>
                  <a:pt x="1462567" y="61863"/>
                </a:lnTo>
                <a:lnTo>
                  <a:pt x="1504907" y="77739"/>
                </a:lnTo>
                <a:lnTo>
                  <a:pt x="1546398" y="95288"/>
                </a:lnTo>
                <a:lnTo>
                  <a:pt x="1587000" y="114467"/>
                </a:lnTo>
                <a:lnTo>
                  <a:pt x="1626672" y="135236"/>
                </a:lnTo>
                <a:lnTo>
                  <a:pt x="1665372" y="157554"/>
                </a:lnTo>
                <a:lnTo>
                  <a:pt x="1703059" y="181379"/>
                </a:lnTo>
                <a:lnTo>
                  <a:pt x="1739692" y="206671"/>
                </a:lnTo>
                <a:lnTo>
                  <a:pt x="1775230" y="233387"/>
                </a:lnTo>
                <a:lnTo>
                  <a:pt x="1809631" y="261488"/>
                </a:lnTo>
                <a:lnTo>
                  <a:pt x="1842854" y="290931"/>
                </a:lnTo>
                <a:lnTo>
                  <a:pt x="1874859" y="321675"/>
                </a:lnTo>
                <a:lnTo>
                  <a:pt x="1905603" y="353679"/>
                </a:lnTo>
                <a:lnTo>
                  <a:pt x="1935046" y="386903"/>
                </a:lnTo>
                <a:lnTo>
                  <a:pt x="1963146" y="421304"/>
                </a:lnTo>
                <a:lnTo>
                  <a:pt x="1989862" y="456841"/>
                </a:lnTo>
                <a:lnTo>
                  <a:pt x="2015154" y="493474"/>
                </a:lnTo>
                <a:lnTo>
                  <a:pt x="2038979" y="531161"/>
                </a:lnTo>
                <a:lnTo>
                  <a:pt x="2061297" y="569861"/>
                </a:lnTo>
                <a:lnTo>
                  <a:pt x="2082066" y="609533"/>
                </a:lnTo>
                <a:lnTo>
                  <a:pt x="2101246" y="650135"/>
                </a:lnTo>
                <a:lnTo>
                  <a:pt x="2118794" y="691627"/>
                </a:lnTo>
                <a:lnTo>
                  <a:pt x="2134670" y="733966"/>
                </a:lnTo>
                <a:lnTo>
                  <a:pt x="2148833" y="777112"/>
                </a:lnTo>
                <a:lnTo>
                  <a:pt x="2161241" y="821024"/>
                </a:lnTo>
                <a:lnTo>
                  <a:pt x="2171853" y="865661"/>
                </a:lnTo>
                <a:lnTo>
                  <a:pt x="2180628" y="910981"/>
                </a:lnTo>
                <a:lnTo>
                  <a:pt x="2187525" y="956942"/>
                </a:lnTo>
                <a:lnTo>
                  <a:pt x="2192503" y="1003505"/>
                </a:lnTo>
                <a:lnTo>
                  <a:pt x="2195519" y="1050627"/>
                </a:lnTo>
                <a:lnTo>
                  <a:pt x="2196530" y="1098268"/>
                </a:lnTo>
                <a:lnTo>
                  <a:pt x="2195519" y="1145908"/>
                </a:lnTo>
                <a:lnTo>
                  <a:pt x="2192503" y="1193030"/>
                </a:lnTo>
                <a:lnTo>
                  <a:pt x="2187525" y="1239593"/>
                </a:lnTo>
                <a:lnTo>
                  <a:pt x="2180628" y="1285555"/>
                </a:lnTo>
                <a:lnTo>
                  <a:pt x="2171853" y="1330874"/>
                </a:lnTo>
                <a:lnTo>
                  <a:pt x="2161241" y="1375511"/>
                </a:lnTo>
                <a:lnTo>
                  <a:pt x="2148833" y="1419423"/>
                </a:lnTo>
                <a:lnTo>
                  <a:pt x="2134670" y="1462569"/>
                </a:lnTo>
                <a:lnTo>
                  <a:pt x="2118794" y="1504909"/>
                </a:lnTo>
                <a:lnTo>
                  <a:pt x="2101246" y="1546400"/>
                </a:lnTo>
                <a:lnTo>
                  <a:pt x="2082066" y="1587002"/>
                </a:lnTo>
                <a:lnTo>
                  <a:pt x="2061297" y="1626674"/>
                </a:lnTo>
                <a:lnTo>
                  <a:pt x="2038979" y="1665374"/>
                </a:lnTo>
                <a:lnTo>
                  <a:pt x="2015154" y="1703061"/>
                </a:lnTo>
                <a:lnTo>
                  <a:pt x="1989862" y="1739694"/>
                </a:lnTo>
                <a:lnTo>
                  <a:pt x="1963146" y="1775231"/>
                </a:lnTo>
                <a:lnTo>
                  <a:pt x="1935046" y="1809632"/>
                </a:lnTo>
                <a:lnTo>
                  <a:pt x="1905603" y="1842856"/>
                </a:lnTo>
                <a:lnTo>
                  <a:pt x="1874859" y="1874860"/>
                </a:lnTo>
                <a:lnTo>
                  <a:pt x="1842854" y="1905604"/>
                </a:lnTo>
                <a:lnTo>
                  <a:pt x="1809631" y="1935047"/>
                </a:lnTo>
                <a:lnTo>
                  <a:pt x="1775230" y="1963147"/>
                </a:lnTo>
                <a:lnTo>
                  <a:pt x="1739692" y="1989864"/>
                </a:lnTo>
                <a:lnTo>
                  <a:pt x="1703059" y="2015155"/>
                </a:lnTo>
                <a:lnTo>
                  <a:pt x="1665372" y="2038981"/>
                </a:lnTo>
                <a:lnTo>
                  <a:pt x="1626672" y="2061299"/>
                </a:lnTo>
                <a:lnTo>
                  <a:pt x="1587000" y="2082068"/>
                </a:lnTo>
                <a:lnTo>
                  <a:pt x="1546398" y="2101247"/>
                </a:lnTo>
                <a:lnTo>
                  <a:pt x="1504907" y="2118796"/>
                </a:lnTo>
                <a:lnTo>
                  <a:pt x="1462567" y="2134672"/>
                </a:lnTo>
                <a:lnTo>
                  <a:pt x="1419421" y="2148835"/>
                </a:lnTo>
                <a:lnTo>
                  <a:pt x="1375509" y="2161243"/>
                </a:lnTo>
                <a:lnTo>
                  <a:pt x="1330873" y="2171855"/>
                </a:lnTo>
                <a:lnTo>
                  <a:pt x="1285553" y="2180630"/>
                </a:lnTo>
                <a:lnTo>
                  <a:pt x="1239591" y="2187527"/>
                </a:lnTo>
                <a:lnTo>
                  <a:pt x="1193028" y="2192504"/>
                </a:lnTo>
                <a:lnTo>
                  <a:pt x="1145906" y="2195521"/>
                </a:lnTo>
                <a:lnTo>
                  <a:pt x="1098269" y="2196535"/>
                </a:lnTo>
                <a:close/>
              </a:path>
            </a:pathLst>
          </a:custGeom>
          <a:solidFill>
            <a:srgbClr val="4A64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2576605" y="5699480"/>
            <a:ext cx="3157855" cy="245237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4"/>
              </a:spcBef>
            </a:pPr>
            <a:r>
              <a:rPr dirty="0" sz="7900" spc="65" b="1">
                <a:solidFill>
                  <a:srgbClr val="FFFFFF"/>
                </a:solidFill>
                <a:latin typeface="Tahoma"/>
                <a:cs typeface="Tahoma"/>
              </a:rPr>
              <a:t>03</a:t>
            </a:r>
            <a:endParaRPr sz="7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6305"/>
              </a:spcBef>
            </a:pPr>
            <a:r>
              <a:rPr dirty="0" sz="2750" spc="125" b="1">
                <a:solidFill>
                  <a:srgbClr val="F9B80C"/>
                </a:solidFill>
                <a:latin typeface="Tahoma"/>
                <a:cs typeface="Tahoma"/>
              </a:rPr>
              <a:t>Online</a:t>
            </a:r>
            <a:r>
              <a:rPr dirty="0" sz="2750" spc="-60" b="1">
                <a:solidFill>
                  <a:srgbClr val="F9B80C"/>
                </a:solidFill>
                <a:latin typeface="Tahoma"/>
                <a:cs typeface="Tahoma"/>
              </a:rPr>
              <a:t> </a:t>
            </a:r>
            <a:r>
              <a:rPr dirty="0" sz="2750" spc="140" b="1">
                <a:solidFill>
                  <a:srgbClr val="F9B80C"/>
                </a:solidFill>
                <a:latin typeface="Tahoma"/>
                <a:cs typeface="Tahoma"/>
              </a:rPr>
              <a:t>Shopping</a:t>
            </a:r>
            <a:endParaRPr sz="275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474338" y="6345890"/>
            <a:ext cx="7585709" cy="76835"/>
            <a:chOff x="5474338" y="6345890"/>
            <a:chExt cx="7585709" cy="76835"/>
          </a:xfrm>
        </p:grpSpPr>
        <p:sp>
          <p:nvSpPr>
            <p:cNvPr id="10" name="object 10"/>
            <p:cNvSpPr/>
            <p:nvPr/>
          </p:nvSpPr>
          <p:spPr>
            <a:xfrm>
              <a:off x="5474335" y="6355422"/>
              <a:ext cx="2686685" cy="57150"/>
            </a:xfrm>
            <a:custGeom>
              <a:avLst/>
              <a:gdLst/>
              <a:ahLst/>
              <a:cxnLst/>
              <a:rect l="l" t="t" r="r" b="b"/>
              <a:pathLst>
                <a:path w="2686684" h="57150">
                  <a:moveTo>
                    <a:pt x="76263" y="25946"/>
                  </a:moveTo>
                  <a:lnTo>
                    <a:pt x="75336" y="23710"/>
                  </a:lnTo>
                  <a:lnTo>
                    <a:pt x="71615" y="19989"/>
                  </a:lnTo>
                  <a:lnTo>
                    <a:pt x="69367" y="19050"/>
                  </a:lnTo>
                  <a:lnTo>
                    <a:pt x="6896" y="19050"/>
                  </a:lnTo>
                  <a:lnTo>
                    <a:pt x="4648" y="19989"/>
                  </a:lnTo>
                  <a:lnTo>
                    <a:pt x="927" y="23710"/>
                  </a:lnTo>
                  <a:lnTo>
                    <a:pt x="0" y="25946"/>
                  </a:lnTo>
                  <a:lnTo>
                    <a:pt x="0" y="31216"/>
                  </a:lnTo>
                  <a:lnTo>
                    <a:pt x="927" y="33451"/>
                  </a:lnTo>
                  <a:lnTo>
                    <a:pt x="4648" y="37172"/>
                  </a:lnTo>
                  <a:lnTo>
                    <a:pt x="6896" y="38100"/>
                  </a:lnTo>
                  <a:lnTo>
                    <a:pt x="69367" y="38100"/>
                  </a:lnTo>
                  <a:lnTo>
                    <a:pt x="71615" y="37172"/>
                  </a:lnTo>
                  <a:lnTo>
                    <a:pt x="75336" y="33451"/>
                  </a:lnTo>
                  <a:lnTo>
                    <a:pt x="76263" y="31216"/>
                  </a:lnTo>
                  <a:lnTo>
                    <a:pt x="76263" y="25946"/>
                  </a:lnTo>
                  <a:close/>
                </a:path>
                <a:path w="2686684" h="57150">
                  <a:moveTo>
                    <a:pt x="171602" y="25946"/>
                  </a:moveTo>
                  <a:lnTo>
                    <a:pt x="170675" y="23710"/>
                  </a:lnTo>
                  <a:lnTo>
                    <a:pt x="166954" y="19989"/>
                  </a:lnTo>
                  <a:lnTo>
                    <a:pt x="164706" y="19050"/>
                  </a:lnTo>
                  <a:lnTo>
                    <a:pt x="102235" y="19050"/>
                  </a:lnTo>
                  <a:lnTo>
                    <a:pt x="99987" y="19989"/>
                  </a:lnTo>
                  <a:lnTo>
                    <a:pt x="96266" y="23710"/>
                  </a:lnTo>
                  <a:lnTo>
                    <a:pt x="95338" y="25946"/>
                  </a:lnTo>
                  <a:lnTo>
                    <a:pt x="95338" y="31216"/>
                  </a:lnTo>
                  <a:lnTo>
                    <a:pt x="96266" y="33451"/>
                  </a:lnTo>
                  <a:lnTo>
                    <a:pt x="99987" y="37172"/>
                  </a:lnTo>
                  <a:lnTo>
                    <a:pt x="102235" y="38100"/>
                  </a:lnTo>
                  <a:lnTo>
                    <a:pt x="164706" y="38100"/>
                  </a:lnTo>
                  <a:lnTo>
                    <a:pt x="166954" y="37172"/>
                  </a:lnTo>
                  <a:lnTo>
                    <a:pt x="170675" y="33451"/>
                  </a:lnTo>
                  <a:lnTo>
                    <a:pt x="171602" y="31216"/>
                  </a:lnTo>
                  <a:lnTo>
                    <a:pt x="171602" y="25946"/>
                  </a:lnTo>
                  <a:close/>
                </a:path>
                <a:path w="2686684" h="57150">
                  <a:moveTo>
                    <a:pt x="266941" y="25946"/>
                  </a:moveTo>
                  <a:lnTo>
                    <a:pt x="266014" y="23710"/>
                  </a:lnTo>
                  <a:lnTo>
                    <a:pt x="262293" y="19989"/>
                  </a:lnTo>
                  <a:lnTo>
                    <a:pt x="260045" y="19050"/>
                  </a:lnTo>
                  <a:lnTo>
                    <a:pt x="197573" y="19050"/>
                  </a:lnTo>
                  <a:lnTo>
                    <a:pt x="195326" y="19989"/>
                  </a:lnTo>
                  <a:lnTo>
                    <a:pt x="191604" y="23710"/>
                  </a:lnTo>
                  <a:lnTo>
                    <a:pt x="190677" y="25946"/>
                  </a:lnTo>
                  <a:lnTo>
                    <a:pt x="190677" y="31216"/>
                  </a:lnTo>
                  <a:lnTo>
                    <a:pt x="191604" y="33451"/>
                  </a:lnTo>
                  <a:lnTo>
                    <a:pt x="195326" y="37172"/>
                  </a:lnTo>
                  <a:lnTo>
                    <a:pt x="197573" y="38100"/>
                  </a:lnTo>
                  <a:lnTo>
                    <a:pt x="260045" y="38100"/>
                  </a:lnTo>
                  <a:lnTo>
                    <a:pt x="262293" y="37172"/>
                  </a:lnTo>
                  <a:lnTo>
                    <a:pt x="266014" y="33451"/>
                  </a:lnTo>
                  <a:lnTo>
                    <a:pt x="266941" y="31216"/>
                  </a:lnTo>
                  <a:lnTo>
                    <a:pt x="266941" y="25946"/>
                  </a:lnTo>
                  <a:close/>
                </a:path>
                <a:path w="2686684" h="57150">
                  <a:moveTo>
                    <a:pt x="362292" y="25946"/>
                  </a:moveTo>
                  <a:lnTo>
                    <a:pt x="361353" y="23710"/>
                  </a:lnTo>
                  <a:lnTo>
                    <a:pt x="357632" y="19989"/>
                  </a:lnTo>
                  <a:lnTo>
                    <a:pt x="355384" y="19050"/>
                  </a:lnTo>
                  <a:lnTo>
                    <a:pt x="292912" y="19050"/>
                  </a:lnTo>
                  <a:lnTo>
                    <a:pt x="290664" y="19989"/>
                  </a:lnTo>
                  <a:lnTo>
                    <a:pt x="286943" y="23710"/>
                  </a:lnTo>
                  <a:lnTo>
                    <a:pt x="286016" y="25946"/>
                  </a:lnTo>
                  <a:lnTo>
                    <a:pt x="286016" y="31216"/>
                  </a:lnTo>
                  <a:lnTo>
                    <a:pt x="286943" y="33451"/>
                  </a:lnTo>
                  <a:lnTo>
                    <a:pt x="290664" y="37172"/>
                  </a:lnTo>
                  <a:lnTo>
                    <a:pt x="292912" y="38100"/>
                  </a:lnTo>
                  <a:lnTo>
                    <a:pt x="355384" y="38100"/>
                  </a:lnTo>
                  <a:lnTo>
                    <a:pt x="357632" y="37172"/>
                  </a:lnTo>
                  <a:lnTo>
                    <a:pt x="361353" y="33451"/>
                  </a:lnTo>
                  <a:lnTo>
                    <a:pt x="362292" y="31216"/>
                  </a:lnTo>
                  <a:lnTo>
                    <a:pt x="362292" y="25946"/>
                  </a:lnTo>
                  <a:close/>
                </a:path>
                <a:path w="2686684" h="57150">
                  <a:moveTo>
                    <a:pt x="457631" y="25946"/>
                  </a:moveTo>
                  <a:lnTo>
                    <a:pt x="456692" y="23710"/>
                  </a:lnTo>
                  <a:lnTo>
                    <a:pt x="452970" y="19989"/>
                  </a:lnTo>
                  <a:lnTo>
                    <a:pt x="450723" y="19050"/>
                  </a:lnTo>
                  <a:lnTo>
                    <a:pt x="388251" y="19050"/>
                  </a:lnTo>
                  <a:lnTo>
                    <a:pt x="386003" y="19989"/>
                  </a:lnTo>
                  <a:lnTo>
                    <a:pt x="382282" y="23710"/>
                  </a:lnTo>
                  <a:lnTo>
                    <a:pt x="381355" y="25946"/>
                  </a:lnTo>
                  <a:lnTo>
                    <a:pt x="381355" y="31216"/>
                  </a:lnTo>
                  <a:lnTo>
                    <a:pt x="382282" y="33451"/>
                  </a:lnTo>
                  <a:lnTo>
                    <a:pt x="386003" y="37172"/>
                  </a:lnTo>
                  <a:lnTo>
                    <a:pt x="388251" y="38100"/>
                  </a:lnTo>
                  <a:lnTo>
                    <a:pt x="450723" y="38100"/>
                  </a:lnTo>
                  <a:lnTo>
                    <a:pt x="452970" y="37172"/>
                  </a:lnTo>
                  <a:lnTo>
                    <a:pt x="456692" y="33451"/>
                  </a:lnTo>
                  <a:lnTo>
                    <a:pt x="457631" y="31216"/>
                  </a:lnTo>
                  <a:lnTo>
                    <a:pt x="457631" y="25946"/>
                  </a:lnTo>
                  <a:close/>
                </a:path>
                <a:path w="2686684" h="57150">
                  <a:moveTo>
                    <a:pt x="552970" y="25946"/>
                  </a:moveTo>
                  <a:lnTo>
                    <a:pt x="552030" y="23710"/>
                  </a:lnTo>
                  <a:lnTo>
                    <a:pt x="548309" y="19989"/>
                  </a:lnTo>
                  <a:lnTo>
                    <a:pt x="546061" y="19050"/>
                  </a:lnTo>
                  <a:lnTo>
                    <a:pt x="483590" y="19050"/>
                  </a:lnTo>
                  <a:lnTo>
                    <a:pt x="481342" y="19989"/>
                  </a:lnTo>
                  <a:lnTo>
                    <a:pt x="477621" y="23710"/>
                  </a:lnTo>
                  <a:lnTo>
                    <a:pt x="476694" y="25946"/>
                  </a:lnTo>
                  <a:lnTo>
                    <a:pt x="476694" y="31216"/>
                  </a:lnTo>
                  <a:lnTo>
                    <a:pt x="477621" y="33451"/>
                  </a:lnTo>
                  <a:lnTo>
                    <a:pt x="481342" y="37172"/>
                  </a:lnTo>
                  <a:lnTo>
                    <a:pt x="483590" y="38100"/>
                  </a:lnTo>
                  <a:lnTo>
                    <a:pt x="546061" y="38100"/>
                  </a:lnTo>
                  <a:lnTo>
                    <a:pt x="548309" y="37172"/>
                  </a:lnTo>
                  <a:lnTo>
                    <a:pt x="552030" y="33451"/>
                  </a:lnTo>
                  <a:lnTo>
                    <a:pt x="552970" y="31216"/>
                  </a:lnTo>
                  <a:lnTo>
                    <a:pt x="552970" y="25946"/>
                  </a:lnTo>
                  <a:close/>
                </a:path>
                <a:path w="2686684" h="57150">
                  <a:moveTo>
                    <a:pt x="648309" y="25946"/>
                  </a:moveTo>
                  <a:lnTo>
                    <a:pt x="647369" y="23710"/>
                  </a:lnTo>
                  <a:lnTo>
                    <a:pt x="643648" y="19989"/>
                  </a:lnTo>
                  <a:lnTo>
                    <a:pt x="641400" y="19050"/>
                  </a:lnTo>
                  <a:lnTo>
                    <a:pt x="578929" y="19050"/>
                  </a:lnTo>
                  <a:lnTo>
                    <a:pt x="576681" y="19989"/>
                  </a:lnTo>
                  <a:lnTo>
                    <a:pt x="572960" y="23710"/>
                  </a:lnTo>
                  <a:lnTo>
                    <a:pt x="572033" y="25946"/>
                  </a:lnTo>
                  <a:lnTo>
                    <a:pt x="572033" y="31216"/>
                  </a:lnTo>
                  <a:lnTo>
                    <a:pt x="572960" y="33451"/>
                  </a:lnTo>
                  <a:lnTo>
                    <a:pt x="576681" y="37172"/>
                  </a:lnTo>
                  <a:lnTo>
                    <a:pt x="578929" y="38100"/>
                  </a:lnTo>
                  <a:lnTo>
                    <a:pt x="641400" y="38100"/>
                  </a:lnTo>
                  <a:lnTo>
                    <a:pt x="643648" y="37172"/>
                  </a:lnTo>
                  <a:lnTo>
                    <a:pt x="647369" y="33451"/>
                  </a:lnTo>
                  <a:lnTo>
                    <a:pt x="648309" y="31216"/>
                  </a:lnTo>
                  <a:lnTo>
                    <a:pt x="648309" y="25946"/>
                  </a:lnTo>
                  <a:close/>
                </a:path>
                <a:path w="2686684" h="57150">
                  <a:moveTo>
                    <a:pt x="743648" y="25946"/>
                  </a:moveTo>
                  <a:lnTo>
                    <a:pt x="742708" y="23710"/>
                  </a:lnTo>
                  <a:lnTo>
                    <a:pt x="738987" y="19989"/>
                  </a:lnTo>
                  <a:lnTo>
                    <a:pt x="736739" y="19050"/>
                  </a:lnTo>
                  <a:lnTo>
                    <a:pt x="674268" y="19050"/>
                  </a:lnTo>
                  <a:lnTo>
                    <a:pt x="672033" y="19989"/>
                  </a:lnTo>
                  <a:lnTo>
                    <a:pt x="668299" y="23710"/>
                  </a:lnTo>
                  <a:lnTo>
                    <a:pt x="667372" y="25946"/>
                  </a:lnTo>
                  <a:lnTo>
                    <a:pt x="667372" y="31216"/>
                  </a:lnTo>
                  <a:lnTo>
                    <a:pt x="668299" y="33451"/>
                  </a:lnTo>
                  <a:lnTo>
                    <a:pt x="672033" y="37172"/>
                  </a:lnTo>
                  <a:lnTo>
                    <a:pt x="674268" y="38100"/>
                  </a:lnTo>
                  <a:lnTo>
                    <a:pt x="736739" y="38100"/>
                  </a:lnTo>
                  <a:lnTo>
                    <a:pt x="738987" y="37172"/>
                  </a:lnTo>
                  <a:lnTo>
                    <a:pt x="742708" y="33451"/>
                  </a:lnTo>
                  <a:lnTo>
                    <a:pt x="743648" y="31216"/>
                  </a:lnTo>
                  <a:lnTo>
                    <a:pt x="743648" y="25946"/>
                  </a:lnTo>
                  <a:close/>
                </a:path>
                <a:path w="2686684" h="57150">
                  <a:moveTo>
                    <a:pt x="838987" y="25946"/>
                  </a:moveTo>
                  <a:lnTo>
                    <a:pt x="838047" y="23710"/>
                  </a:lnTo>
                  <a:lnTo>
                    <a:pt x="834326" y="19989"/>
                  </a:lnTo>
                  <a:lnTo>
                    <a:pt x="832078" y="19050"/>
                  </a:lnTo>
                  <a:lnTo>
                    <a:pt x="769620" y="19050"/>
                  </a:lnTo>
                  <a:lnTo>
                    <a:pt x="767372" y="19989"/>
                  </a:lnTo>
                  <a:lnTo>
                    <a:pt x="763638" y="23710"/>
                  </a:lnTo>
                  <a:lnTo>
                    <a:pt x="762711" y="25946"/>
                  </a:lnTo>
                  <a:lnTo>
                    <a:pt x="762711" y="31216"/>
                  </a:lnTo>
                  <a:lnTo>
                    <a:pt x="763638" y="33451"/>
                  </a:lnTo>
                  <a:lnTo>
                    <a:pt x="767372" y="37172"/>
                  </a:lnTo>
                  <a:lnTo>
                    <a:pt x="769620" y="38100"/>
                  </a:lnTo>
                  <a:lnTo>
                    <a:pt x="832078" y="38100"/>
                  </a:lnTo>
                  <a:lnTo>
                    <a:pt x="834326" y="37172"/>
                  </a:lnTo>
                  <a:lnTo>
                    <a:pt x="838047" y="33451"/>
                  </a:lnTo>
                  <a:lnTo>
                    <a:pt x="838987" y="31216"/>
                  </a:lnTo>
                  <a:lnTo>
                    <a:pt x="838987" y="25946"/>
                  </a:lnTo>
                  <a:close/>
                </a:path>
                <a:path w="2686684" h="57150">
                  <a:moveTo>
                    <a:pt x="934326" y="25946"/>
                  </a:moveTo>
                  <a:lnTo>
                    <a:pt x="933399" y="23710"/>
                  </a:lnTo>
                  <a:lnTo>
                    <a:pt x="929665" y="19989"/>
                  </a:lnTo>
                  <a:lnTo>
                    <a:pt x="927417" y="19050"/>
                  </a:lnTo>
                  <a:lnTo>
                    <a:pt x="864958" y="19050"/>
                  </a:lnTo>
                  <a:lnTo>
                    <a:pt x="862711" y="19989"/>
                  </a:lnTo>
                  <a:lnTo>
                    <a:pt x="858977" y="23710"/>
                  </a:lnTo>
                  <a:lnTo>
                    <a:pt x="858050" y="25946"/>
                  </a:lnTo>
                  <a:lnTo>
                    <a:pt x="858050" y="31216"/>
                  </a:lnTo>
                  <a:lnTo>
                    <a:pt x="858977" y="33451"/>
                  </a:lnTo>
                  <a:lnTo>
                    <a:pt x="862711" y="37172"/>
                  </a:lnTo>
                  <a:lnTo>
                    <a:pt x="864958" y="38100"/>
                  </a:lnTo>
                  <a:lnTo>
                    <a:pt x="927417" y="38100"/>
                  </a:lnTo>
                  <a:lnTo>
                    <a:pt x="929665" y="37172"/>
                  </a:lnTo>
                  <a:lnTo>
                    <a:pt x="933399" y="33451"/>
                  </a:lnTo>
                  <a:lnTo>
                    <a:pt x="934326" y="31216"/>
                  </a:lnTo>
                  <a:lnTo>
                    <a:pt x="934326" y="25946"/>
                  </a:lnTo>
                  <a:close/>
                </a:path>
                <a:path w="2686684" h="57150">
                  <a:moveTo>
                    <a:pt x="1029665" y="25946"/>
                  </a:moveTo>
                  <a:lnTo>
                    <a:pt x="1028738" y="23710"/>
                  </a:lnTo>
                  <a:lnTo>
                    <a:pt x="1025004" y="19989"/>
                  </a:lnTo>
                  <a:lnTo>
                    <a:pt x="1022756" y="19050"/>
                  </a:lnTo>
                  <a:lnTo>
                    <a:pt x="960297" y="19050"/>
                  </a:lnTo>
                  <a:lnTo>
                    <a:pt x="958049" y="19989"/>
                  </a:lnTo>
                  <a:lnTo>
                    <a:pt x="954328" y="23710"/>
                  </a:lnTo>
                  <a:lnTo>
                    <a:pt x="953389" y="25946"/>
                  </a:lnTo>
                  <a:lnTo>
                    <a:pt x="953389" y="31216"/>
                  </a:lnTo>
                  <a:lnTo>
                    <a:pt x="954328" y="33451"/>
                  </a:lnTo>
                  <a:lnTo>
                    <a:pt x="958049" y="37172"/>
                  </a:lnTo>
                  <a:lnTo>
                    <a:pt x="960297" y="38100"/>
                  </a:lnTo>
                  <a:lnTo>
                    <a:pt x="1022756" y="38100"/>
                  </a:lnTo>
                  <a:lnTo>
                    <a:pt x="1025004" y="37172"/>
                  </a:lnTo>
                  <a:lnTo>
                    <a:pt x="1028738" y="33451"/>
                  </a:lnTo>
                  <a:lnTo>
                    <a:pt x="1029665" y="31216"/>
                  </a:lnTo>
                  <a:lnTo>
                    <a:pt x="1029665" y="25946"/>
                  </a:lnTo>
                  <a:close/>
                </a:path>
                <a:path w="2686684" h="57150">
                  <a:moveTo>
                    <a:pt x="1125004" y="25946"/>
                  </a:moveTo>
                  <a:lnTo>
                    <a:pt x="1124077" y="23710"/>
                  </a:lnTo>
                  <a:lnTo>
                    <a:pt x="1120343" y="19989"/>
                  </a:lnTo>
                  <a:lnTo>
                    <a:pt x="1118095" y="19050"/>
                  </a:lnTo>
                  <a:lnTo>
                    <a:pt x="1055636" y="19050"/>
                  </a:lnTo>
                  <a:lnTo>
                    <a:pt x="1053388" y="19989"/>
                  </a:lnTo>
                  <a:lnTo>
                    <a:pt x="1049667" y="23710"/>
                  </a:lnTo>
                  <a:lnTo>
                    <a:pt x="1048727" y="25946"/>
                  </a:lnTo>
                  <a:lnTo>
                    <a:pt x="1048727" y="31216"/>
                  </a:lnTo>
                  <a:lnTo>
                    <a:pt x="1049667" y="33451"/>
                  </a:lnTo>
                  <a:lnTo>
                    <a:pt x="1053388" y="37172"/>
                  </a:lnTo>
                  <a:lnTo>
                    <a:pt x="1055636" y="38100"/>
                  </a:lnTo>
                  <a:lnTo>
                    <a:pt x="1118095" y="38100"/>
                  </a:lnTo>
                  <a:lnTo>
                    <a:pt x="1120343" y="37172"/>
                  </a:lnTo>
                  <a:lnTo>
                    <a:pt x="1124077" y="33451"/>
                  </a:lnTo>
                  <a:lnTo>
                    <a:pt x="1125004" y="31216"/>
                  </a:lnTo>
                  <a:lnTo>
                    <a:pt x="1125004" y="25946"/>
                  </a:lnTo>
                  <a:close/>
                </a:path>
                <a:path w="2686684" h="57150">
                  <a:moveTo>
                    <a:pt x="1220343" y="25946"/>
                  </a:moveTo>
                  <a:lnTo>
                    <a:pt x="1219415" y="23710"/>
                  </a:lnTo>
                  <a:lnTo>
                    <a:pt x="1215682" y="19989"/>
                  </a:lnTo>
                  <a:lnTo>
                    <a:pt x="1213446" y="19050"/>
                  </a:lnTo>
                  <a:lnTo>
                    <a:pt x="1150975" y="19050"/>
                  </a:lnTo>
                  <a:lnTo>
                    <a:pt x="1148727" y="19989"/>
                  </a:lnTo>
                  <a:lnTo>
                    <a:pt x="1145006" y="23710"/>
                  </a:lnTo>
                  <a:lnTo>
                    <a:pt x="1144066" y="25946"/>
                  </a:lnTo>
                  <a:lnTo>
                    <a:pt x="1144066" y="31216"/>
                  </a:lnTo>
                  <a:lnTo>
                    <a:pt x="1145006" y="33451"/>
                  </a:lnTo>
                  <a:lnTo>
                    <a:pt x="1148727" y="37172"/>
                  </a:lnTo>
                  <a:lnTo>
                    <a:pt x="1150975" y="38100"/>
                  </a:lnTo>
                  <a:lnTo>
                    <a:pt x="1213446" y="38100"/>
                  </a:lnTo>
                  <a:lnTo>
                    <a:pt x="1215682" y="37172"/>
                  </a:lnTo>
                  <a:lnTo>
                    <a:pt x="1219415" y="33451"/>
                  </a:lnTo>
                  <a:lnTo>
                    <a:pt x="1220343" y="31216"/>
                  </a:lnTo>
                  <a:lnTo>
                    <a:pt x="1220343" y="25946"/>
                  </a:lnTo>
                  <a:close/>
                </a:path>
                <a:path w="2686684" h="57150">
                  <a:moveTo>
                    <a:pt x="1315681" y="25946"/>
                  </a:moveTo>
                  <a:lnTo>
                    <a:pt x="1314754" y="23710"/>
                  </a:lnTo>
                  <a:lnTo>
                    <a:pt x="1311033" y="19989"/>
                  </a:lnTo>
                  <a:lnTo>
                    <a:pt x="1308785" y="19050"/>
                  </a:lnTo>
                  <a:lnTo>
                    <a:pt x="1246314" y="19050"/>
                  </a:lnTo>
                  <a:lnTo>
                    <a:pt x="1244066" y="19989"/>
                  </a:lnTo>
                  <a:lnTo>
                    <a:pt x="1240345" y="23710"/>
                  </a:lnTo>
                  <a:lnTo>
                    <a:pt x="1239405" y="25946"/>
                  </a:lnTo>
                  <a:lnTo>
                    <a:pt x="1239405" y="31216"/>
                  </a:lnTo>
                  <a:lnTo>
                    <a:pt x="1240345" y="33451"/>
                  </a:lnTo>
                  <a:lnTo>
                    <a:pt x="1244066" y="37172"/>
                  </a:lnTo>
                  <a:lnTo>
                    <a:pt x="1246314" y="38100"/>
                  </a:lnTo>
                  <a:lnTo>
                    <a:pt x="1308785" y="38100"/>
                  </a:lnTo>
                  <a:lnTo>
                    <a:pt x="1311033" y="37172"/>
                  </a:lnTo>
                  <a:lnTo>
                    <a:pt x="1314754" y="33451"/>
                  </a:lnTo>
                  <a:lnTo>
                    <a:pt x="1315681" y="31216"/>
                  </a:lnTo>
                  <a:lnTo>
                    <a:pt x="1315681" y="25946"/>
                  </a:lnTo>
                  <a:close/>
                </a:path>
                <a:path w="2686684" h="57150">
                  <a:moveTo>
                    <a:pt x="1411020" y="25946"/>
                  </a:moveTo>
                  <a:lnTo>
                    <a:pt x="1410093" y="23710"/>
                  </a:lnTo>
                  <a:lnTo>
                    <a:pt x="1406372" y="19989"/>
                  </a:lnTo>
                  <a:lnTo>
                    <a:pt x="1404124" y="19050"/>
                  </a:lnTo>
                  <a:lnTo>
                    <a:pt x="1341653" y="19050"/>
                  </a:lnTo>
                  <a:lnTo>
                    <a:pt x="1339405" y="19989"/>
                  </a:lnTo>
                  <a:lnTo>
                    <a:pt x="1335684" y="23710"/>
                  </a:lnTo>
                  <a:lnTo>
                    <a:pt x="1334744" y="25946"/>
                  </a:lnTo>
                  <a:lnTo>
                    <a:pt x="1334744" y="31216"/>
                  </a:lnTo>
                  <a:lnTo>
                    <a:pt x="1335684" y="33451"/>
                  </a:lnTo>
                  <a:lnTo>
                    <a:pt x="1339405" y="37172"/>
                  </a:lnTo>
                  <a:lnTo>
                    <a:pt x="1341653" y="38100"/>
                  </a:lnTo>
                  <a:lnTo>
                    <a:pt x="1404124" y="38100"/>
                  </a:lnTo>
                  <a:lnTo>
                    <a:pt x="1406372" y="37172"/>
                  </a:lnTo>
                  <a:lnTo>
                    <a:pt x="1410093" y="33451"/>
                  </a:lnTo>
                  <a:lnTo>
                    <a:pt x="1411020" y="31216"/>
                  </a:lnTo>
                  <a:lnTo>
                    <a:pt x="1411020" y="25946"/>
                  </a:lnTo>
                  <a:close/>
                </a:path>
                <a:path w="2686684" h="57150">
                  <a:moveTo>
                    <a:pt x="1506359" y="25946"/>
                  </a:moveTo>
                  <a:lnTo>
                    <a:pt x="1505432" y="23710"/>
                  </a:lnTo>
                  <a:lnTo>
                    <a:pt x="1501711" y="19989"/>
                  </a:lnTo>
                  <a:lnTo>
                    <a:pt x="1499463" y="19050"/>
                  </a:lnTo>
                  <a:lnTo>
                    <a:pt x="1436992" y="19050"/>
                  </a:lnTo>
                  <a:lnTo>
                    <a:pt x="1434744" y="19989"/>
                  </a:lnTo>
                  <a:lnTo>
                    <a:pt x="1431023" y="23710"/>
                  </a:lnTo>
                  <a:lnTo>
                    <a:pt x="1430083" y="25946"/>
                  </a:lnTo>
                  <a:lnTo>
                    <a:pt x="1430083" y="31216"/>
                  </a:lnTo>
                  <a:lnTo>
                    <a:pt x="1431023" y="33451"/>
                  </a:lnTo>
                  <a:lnTo>
                    <a:pt x="1434744" y="37172"/>
                  </a:lnTo>
                  <a:lnTo>
                    <a:pt x="1436992" y="38100"/>
                  </a:lnTo>
                  <a:lnTo>
                    <a:pt x="1499463" y="38100"/>
                  </a:lnTo>
                  <a:lnTo>
                    <a:pt x="1501711" y="37172"/>
                  </a:lnTo>
                  <a:lnTo>
                    <a:pt x="1505432" y="33451"/>
                  </a:lnTo>
                  <a:lnTo>
                    <a:pt x="1506359" y="31216"/>
                  </a:lnTo>
                  <a:lnTo>
                    <a:pt x="1506359" y="25946"/>
                  </a:lnTo>
                  <a:close/>
                </a:path>
                <a:path w="2686684" h="57150">
                  <a:moveTo>
                    <a:pt x="1601698" y="25946"/>
                  </a:moveTo>
                  <a:lnTo>
                    <a:pt x="1600771" y="23710"/>
                  </a:lnTo>
                  <a:lnTo>
                    <a:pt x="1597050" y="19989"/>
                  </a:lnTo>
                  <a:lnTo>
                    <a:pt x="1594802" y="19050"/>
                  </a:lnTo>
                  <a:lnTo>
                    <a:pt x="1532331" y="19050"/>
                  </a:lnTo>
                  <a:lnTo>
                    <a:pt x="1530083" y="19989"/>
                  </a:lnTo>
                  <a:lnTo>
                    <a:pt x="1526362" y="23710"/>
                  </a:lnTo>
                  <a:lnTo>
                    <a:pt x="1525422" y="25946"/>
                  </a:lnTo>
                  <a:lnTo>
                    <a:pt x="1525422" y="31216"/>
                  </a:lnTo>
                  <a:lnTo>
                    <a:pt x="1526362" y="33451"/>
                  </a:lnTo>
                  <a:lnTo>
                    <a:pt x="1530083" y="37172"/>
                  </a:lnTo>
                  <a:lnTo>
                    <a:pt x="1532331" y="38100"/>
                  </a:lnTo>
                  <a:lnTo>
                    <a:pt x="1594802" y="38100"/>
                  </a:lnTo>
                  <a:lnTo>
                    <a:pt x="1597050" y="37172"/>
                  </a:lnTo>
                  <a:lnTo>
                    <a:pt x="1600771" y="33451"/>
                  </a:lnTo>
                  <a:lnTo>
                    <a:pt x="1601698" y="31216"/>
                  </a:lnTo>
                  <a:lnTo>
                    <a:pt x="1601698" y="25946"/>
                  </a:lnTo>
                  <a:close/>
                </a:path>
                <a:path w="2686684" h="57150">
                  <a:moveTo>
                    <a:pt x="1697037" y="25946"/>
                  </a:moveTo>
                  <a:lnTo>
                    <a:pt x="1696110" y="23710"/>
                  </a:lnTo>
                  <a:lnTo>
                    <a:pt x="1692389" y="19989"/>
                  </a:lnTo>
                  <a:lnTo>
                    <a:pt x="1690141" y="19050"/>
                  </a:lnTo>
                  <a:lnTo>
                    <a:pt x="1627670" y="19050"/>
                  </a:lnTo>
                  <a:lnTo>
                    <a:pt x="1625422" y="19989"/>
                  </a:lnTo>
                  <a:lnTo>
                    <a:pt x="1621701" y="23710"/>
                  </a:lnTo>
                  <a:lnTo>
                    <a:pt x="1620774" y="25946"/>
                  </a:lnTo>
                  <a:lnTo>
                    <a:pt x="1620774" y="31216"/>
                  </a:lnTo>
                  <a:lnTo>
                    <a:pt x="1621701" y="33451"/>
                  </a:lnTo>
                  <a:lnTo>
                    <a:pt x="1625422" y="37172"/>
                  </a:lnTo>
                  <a:lnTo>
                    <a:pt x="1627670" y="38100"/>
                  </a:lnTo>
                  <a:lnTo>
                    <a:pt x="1690141" y="38100"/>
                  </a:lnTo>
                  <a:lnTo>
                    <a:pt x="1692389" y="37172"/>
                  </a:lnTo>
                  <a:lnTo>
                    <a:pt x="1696110" y="33451"/>
                  </a:lnTo>
                  <a:lnTo>
                    <a:pt x="1697037" y="31216"/>
                  </a:lnTo>
                  <a:lnTo>
                    <a:pt x="1697037" y="25946"/>
                  </a:lnTo>
                  <a:close/>
                </a:path>
                <a:path w="2686684" h="57150">
                  <a:moveTo>
                    <a:pt x="1792376" y="25946"/>
                  </a:moveTo>
                  <a:lnTo>
                    <a:pt x="1791449" y="23710"/>
                  </a:lnTo>
                  <a:lnTo>
                    <a:pt x="1787728" y="19989"/>
                  </a:lnTo>
                  <a:lnTo>
                    <a:pt x="1785480" y="19050"/>
                  </a:lnTo>
                  <a:lnTo>
                    <a:pt x="1723009" y="19050"/>
                  </a:lnTo>
                  <a:lnTo>
                    <a:pt x="1720761" y="19989"/>
                  </a:lnTo>
                  <a:lnTo>
                    <a:pt x="1717040" y="23710"/>
                  </a:lnTo>
                  <a:lnTo>
                    <a:pt x="1716112" y="25946"/>
                  </a:lnTo>
                  <a:lnTo>
                    <a:pt x="1716112" y="31216"/>
                  </a:lnTo>
                  <a:lnTo>
                    <a:pt x="1717040" y="33451"/>
                  </a:lnTo>
                  <a:lnTo>
                    <a:pt x="1720761" y="37172"/>
                  </a:lnTo>
                  <a:lnTo>
                    <a:pt x="1723009" y="38100"/>
                  </a:lnTo>
                  <a:lnTo>
                    <a:pt x="1785480" y="38100"/>
                  </a:lnTo>
                  <a:lnTo>
                    <a:pt x="1787728" y="37172"/>
                  </a:lnTo>
                  <a:lnTo>
                    <a:pt x="1791449" y="33451"/>
                  </a:lnTo>
                  <a:lnTo>
                    <a:pt x="1792376" y="31216"/>
                  </a:lnTo>
                  <a:lnTo>
                    <a:pt x="1792376" y="25946"/>
                  </a:lnTo>
                  <a:close/>
                </a:path>
                <a:path w="2686684" h="57150">
                  <a:moveTo>
                    <a:pt x="1887715" y="25946"/>
                  </a:moveTo>
                  <a:lnTo>
                    <a:pt x="1886788" y="23710"/>
                  </a:lnTo>
                  <a:lnTo>
                    <a:pt x="1883067" y="19989"/>
                  </a:lnTo>
                  <a:lnTo>
                    <a:pt x="1880819" y="19050"/>
                  </a:lnTo>
                  <a:lnTo>
                    <a:pt x="1818347" y="19050"/>
                  </a:lnTo>
                  <a:lnTo>
                    <a:pt x="1816100" y="19989"/>
                  </a:lnTo>
                  <a:lnTo>
                    <a:pt x="1812378" y="23710"/>
                  </a:lnTo>
                  <a:lnTo>
                    <a:pt x="1811451" y="25946"/>
                  </a:lnTo>
                  <a:lnTo>
                    <a:pt x="1811451" y="31216"/>
                  </a:lnTo>
                  <a:lnTo>
                    <a:pt x="1812378" y="33451"/>
                  </a:lnTo>
                  <a:lnTo>
                    <a:pt x="1816100" y="37172"/>
                  </a:lnTo>
                  <a:lnTo>
                    <a:pt x="1818347" y="38100"/>
                  </a:lnTo>
                  <a:lnTo>
                    <a:pt x="1880819" y="38100"/>
                  </a:lnTo>
                  <a:lnTo>
                    <a:pt x="1883067" y="37172"/>
                  </a:lnTo>
                  <a:lnTo>
                    <a:pt x="1886788" y="33451"/>
                  </a:lnTo>
                  <a:lnTo>
                    <a:pt x="1887715" y="31216"/>
                  </a:lnTo>
                  <a:lnTo>
                    <a:pt x="1887715" y="25946"/>
                  </a:lnTo>
                  <a:close/>
                </a:path>
                <a:path w="2686684" h="57150">
                  <a:moveTo>
                    <a:pt x="1983054" y="25946"/>
                  </a:moveTo>
                  <a:lnTo>
                    <a:pt x="1982127" y="23710"/>
                  </a:lnTo>
                  <a:lnTo>
                    <a:pt x="1978406" y="19989"/>
                  </a:lnTo>
                  <a:lnTo>
                    <a:pt x="1976158" y="19050"/>
                  </a:lnTo>
                  <a:lnTo>
                    <a:pt x="1913686" y="19050"/>
                  </a:lnTo>
                  <a:lnTo>
                    <a:pt x="1911438" y="19989"/>
                  </a:lnTo>
                  <a:lnTo>
                    <a:pt x="1907717" y="23710"/>
                  </a:lnTo>
                  <a:lnTo>
                    <a:pt x="1906790" y="25946"/>
                  </a:lnTo>
                  <a:lnTo>
                    <a:pt x="1906790" y="31216"/>
                  </a:lnTo>
                  <a:lnTo>
                    <a:pt x="1907717" y="33451"/>
                  </a:lnTo>
                  <a:lnTo>
                    <a:pt x="1911438" y="37172"/>
                  </a:lnTo>
                  <a:lnTo>
                    <a:pt x="1913686" y="38100"/>
                  </a:lnTo>
                  <a:lnTo>
                    <a:pt x="1976158" y="38100"/>
                  </a:lnTo>
                  <a:lnTo>
                    <a:pt x="1978406" y="37172"/>
                  </a:lnTo>
                  <a:lnTo>
                    <a:pt x="1982127" y="33451"/>
                  </a:lnTo>
                  <a:lnTo>
                    <a:pt x="1983054" y="31216"/>
                  </a:lnTo>
                  <a:lnTo>
                    <a:pt x="1983054" y="25946"/>
                  </a:lnTo>
                  <a:close/>
                </a:path>
                <a:path w="2686684" h="57150">
                  <a:moveTo>
                    <a:pt x="2078393" y="25946"/>
                  </a:moveTo>
                  <a:lnTo>
                    <a:pt x="2077466" y="23710"/>
                  </a:lnTo>
                  <a:lnTo>
                    <a:pt x="2073744" y="19989"/>
                  </a:lnTo>
                  <a:lnTo>
                    <a:pt x="2071497" y="19050"/>
                  </a:lnTo>
                  <a:lnTo>
                    <a:pt x="2009025" y="19050"/>
                  </a:lnTo>
                  <a:lnTo>
                    <a:pt x="2006777" y="19989"/>
                  </a:lnTo>
                  <a:lnTo>
                    <a:pt x="2003056" y="23710"/>
                  </a:lnTo>
                  <a:lnTo>
                    <a:pt x="2002129" y="25946"/>
                  </a:lnTo>
                  <a:lnTo>
                    <a:pt x="2002129" y="31216"/>
                  </a:lnTo>
                  <a:lnTo>
                    <a:pt x="2003056" y="33451"/>
                  </a:lnTo>
                  <a:lnTo>
                    <a:pt x="2006777" y="37172"/>
                  </a:lnTo>
                  <a:lnTo>
                    <a:pt x="2009025" y="38100"/>
                  </a:lnTo>
                  <a:lnTo>
                    <a:pt x="2071497" y="38100"/>
                  </a:lnTo>
                  <a:lnTo>
                    <a:pt x="2073744" y="37172"/>
                  </a:lnTo>
                  <a:lnTo>
                    <a:pt x="2077466" y="33451"/>
                  </a:lnTo>
                  <a:lnTo>
                    <a:pt x="2078393" y="31216"/>
                  </a:lnTo>
                  <a:lnTo>
                    <a:pt x="2078393" y="25946"/>
                  </a:lnTo>
                  <a:close/>
                </a:path>
                <a:path w="2686684" h="57150">
                  <a:moveTo>
                    <a:pt x="2173732" y="25946"/>
                  </a:moveTo>
                  <a:lnTo>
                    <a:pt x="2172805" y="23710"/>
                  </a:lnTo>
                  <a:lnTo>
                    <a:pt x="2169083" y="19989"/>
                  </a:lnTo>
                  <a:lnTo>
                    <a:pt x="2166836" y="19050"/>
                  </a:lnTo>
                  <a:lnTo>
                    <a:pt x="2104364" y="19050"/>
                  </a:lnTo>
                  <a:lnTo>
                    <a:pt x="2102116" y="19989"/>
                  </a:lnTo>
                  <a:lnTo>
                    <a:pt x="2098395" y="23710"/>
                  </a:lnTo>
                  <a:lnTo>
                    <a:pt x="2097468" y="25946"/>
                  </a:lnTo>
                  <a:lnTo>
                    <a:pt x="2097468" y="31216"/>
                  </a:lnTo>
                  <a:lnTo>
                    <a:pt x="2098395" y="33451"/>
                  </a:lnTo>
                  <a:lnTo>
                    <a:pt x="2102116" y="37172"/>
                  </a:lnTo>
                  <a:lnTo>
                    <a:pt x="2104364" y="38100"/>
                  </a:lnTo>
                  <a:lnTo>
                    <a:pt x="2166836" y="38100"/>
                  </a:lnTo>
                  <a:lnTo>
                    <a:pt x="2169083" y="37172"/>
                  </a:lnTo>
                  <a:lnTo>
                    <a:pt x="2172805" y="33451"/>
                  </a:lnTo>
                  <a:lnTo>
                    <a:pt x="2173732" y="31216"/>
                  </a:lnTo>
                  <a:lnTo>
                    <a:pt x="2173732" y="25946"/>
                  </a:lnTo>
                  <a:close/>
                </a:path>
                <a:path w="2686684" h="57150">
                  <a:moveTo>
                    <a:pt x="2269071" y="25946"/>
                  </a:moveTo>
                  <a:lnTo>
                    <a:pt x="2268143" y="23710"/>
                  </a:lnTo>
                  <a:lnTo>
                    <a:pt x="2264422" y="19989"/>
                  </a:lnTo>
                  <a:lnTo>
                    <a:pt x="2262174" y="19050"/>
                  </a:lnTo>
                  <a:lnTo>
                    <a:pt x="2199703" y="19050"/>
                  </a:lnTo>
                  <a:lnTo>
                    <a:pt x="2197455" y="19989"/>
                  </a:lnTo>
                  <a:lnTo>
                    <a:pt x="2193734" y="23710"/>
                  </a:lnTo>
                  <a:lnTo>
                    <a:pt x="2192807" y="25946"/>
                  </a:lnTo>
                  <a:lnTo>
                    <a:pt x="2192807" y="31216"/>
                  </a:lnTo>
                  <a:lnTo>
                    <a:pt x="2193734" y="33451"/>
                  </a:lnTo>
                  <a:lnTo>
                    <a:pt x="2197455" y="37172"/>
                  </a:lnTo>
                  <a:lnTo>
                    <a:pt x="2199703" y="38100"/>
                  </a:lnTo>
                  <a:lnTo>
                    <a:pt x="2262174" y="38100"/>
                  </a:lnTo>
                  <a:lnTo>
                    <a:pt x="2264422" y="37172"/>
                  </a:lnTo>
                  <a:lnTo>
                    <a:pt x="2268143" y="33451"/>
                  </a:lnTo>
                  <a:lnTo>
                    <a:pt x="2269071" y="31216"/>
                  </a:lnTo>
                  <a:lnTo>
                    <a:pt x="2269071" y="25946"/>
                  </a:lnTo>
                  <a:close/>
                </a:path>
                <a:path w="2686684" h="57150">
                  <a:moveTo>
                    <a:pt x="2364409" y="25946"/>
                  </a:moveTo>
                  <a:lnTo>
                    <a:pt x="2363482" y="23710"/>
                  </a:lnTo>
                  <a:lnTo>
                    <a:pt x="2359761" y="19989"/>
                  </a:lnTo>
                  <a:lnTo>
                    <a:pt x="2357513" y="19050"/>
                  </a:lnTo>
                  <a:lnTo>
                    <a:pt x="2295042" y="19050"/>
                  </a:lnTo>
                  <a:lnTo>
                    <a:pt x="2292794" y="19989"/>
                  </a:lnTo>
                  <a:lnTo>
                    <a:pt x="2289073" y="23710"/>
                  </a:lnTo>
                  <a:lnTo>
                    <a:pt x="2288146" y="25946"/>
                  </a:lnTo>
                  <a:lnTo>
                    <a:pt x="2288146" y="31216"/>
                  </a:lnTo>
                  <a:lnTo>
                    <a:pt x="2289073" y="33451"/>
                  </a:lnTo>
                  <a:lnTo>
                    <a:pt x="2292794" y="37172"/>
                  </a:lnTo>
                  <a:lnTo>
                    <a:pt x="2295042" y="38100"/>
                  </a:lnTo>
                  <a:lnTo>
                    <a:pt x="2357513" y="38100"/>
                  </a:lnTo>
                  <a:lnTo>
                    <a:pt x="2359761" y="37172"/>
                  </a:lnTo>
                  <a:lnTo>
                    <a:pt x="2363482" y="33451"/>
                  </a:lnTo>
                  <a:lnTo>
                    <a:pt x="2364409" y="31216"/>
                  </a:lnTo>
                  <a:lnTo>
                    <a:pt x="2364409" y="25946"/>
                  </a:lnTo>
                  <a:close/>
                </a:path>
                <a:path w="2686684" h="57150">
                  <a:moveTo>
                    <a:pt x="2459761" y="25946"/>
                  </a:moveTo>
                  <a:lnTo>
                    <a:pt x="2458821" y="23710"/>
                  </a:lnTo>
                  <a:lnTo>
                    <a:pt x="2455100" y="19989"/>
                  </a:lnTo>
                  <a:lnTo>
                    <a:pt x="2452852" y="19050"/>
                  </a:lnTo>
                  <a:lnTo>
                    <a:pt x="2390381" y="19050"/>
                  </a:lnTo>
                  <a:lnTo>
                    <a:pt x="2388133" y="19989"/>
                  </a:lnTo>
                  <a:lnTo>
                    <a:pt x="2384412" y="23710"/>
                  </a:lnTo>
                  <a:lnTo>
                    <a:pt x="2383485" y="25946"/>
                  </a:lnTo>
                  <a:lnTo>
                    <a:pt x="2383485" y="31216"/>
                  </a:lnTo>
                  <a:lnTo>
                    <a:pt x="2384412" y="33451"/>
                  </a:lnTo>
                  <a:lnTo>
                    <a:pt x="2388133" y="37172"/>
                  </a:lnTo>
                  <a:lnTo>
                    <a:pt x="2390381" y="38100"/>
                  </a:lnTo>
                  <a:lnTo>
                    <a:pt x="2452852" y="38100"/>
                  </a:lnTo>
                  <a:lnTo>
                    <a:pt x="2455100" y="37172"/>
                  </a:lnTo>
                  <a:lnTo>
                    <a:pt x="2458821" y="33451"/>
                  </a:lnTo>
                  <a:lnTo>
                    <a:pt x="2459761" y="31216"/>
                  </a:lnTo>
                  <a:lnTo>
                    <a:pt x="2459761" y="25946"/>
                  </a:lnTo>
                  <a:close/>
                </a:path>
                <a:path w="2686684" h="57150">
                  <a:moveTo>
                    <a:pt x="2555100" y="25946"/>
                  </a:moveTo>
                  <a:lnTo>
                    <a:pt x="2554160" y="23710"/>
                  </a:lnTo>
                  <a:lnTo>
                    <a:pt x="2550439" y="19989"/>
                  </a:lnTo>
                  <a:lnTo>
                    <a:pt x="2548191" y="19050"/>
                  </a:lnTo>
                  <a:lnTo>
                    <a:pt x="2485720" y="19050"/>
                  </a:lnTo>
                  <a:lnTo>
                    <a:pt x="2483472" y="19989"/>
                  </a:lnTo>
                  <a:lnTo>
                    <a:pt x="2479751" y="23710"/>
                  </a:lnTo>
                  <a:lnTo>
                    <a:pt x="2478824" y="25946"/>
                  </a:lnTo>
                  <a:lnTo>
                    <a:pt x="2478824" y="31216"/>
                  </a:lnTo>
                  <a:lnTo>
                    <a:pt x="2479751" y="33451"/>
                  </a:lnTo>
                  <a:lnTo>
                    <a:pt x="2483472" y="37172"/>
                  </a:lnTo>
                  <a:lnTo>
                    <a:pt x="2485720" y="38100"/>
                  </a:lnTo>
                  <a:lnTo>
                    <a:pt x="2548191" y="38100"/>
                  </a:lnTo>
                  <a:lnTo>
                    <a:pt x="2550439" y="37172"/>
                  </a:lnTo>
                  <a:lnTo>
                    <a:pt x="2554160" y="33451"/>
                  </a:lnTo>
                  <a:lnTo>
                    <a:pt x="2555100" y="31216"/>
                  </a:lnTo>
                  <a:lnTo>
                    <a:pt x="2555100" y="25946"/>
                  </a:lnTo>
                  <a:close/>
                </a:path>
                <a:path w="2686684" h="57150">
                  <a:moveTo>
                    <a:pt x="2686075" y="28575"/>
                  </a:moveTo>
                  <a:lnTo>
                    <a:pt x="2647937" y="0"/>
                  </a:lnTo>
                  <a:lnTo>
                    <a:pt x="2647937" y="25946"/>
                  </a:lnTo>
                  <a:lnTo>
                    <a:pt x="2647010" y="23710"/>
                  </a:lnTo>
                  <a:lnTo>
                    <a:pt x="2643289" y="19989"/>
                  </a:lnTo>
                  <a:lnTo>
                    <a:pt x="2641041" y="19050"/>
                  </a:lnTo>
                  <a:lnTo>
                    <a:pt x="2581059" y="19050"/>
                  </a:lnTo>
                  <a:lnTo>
                    <a:pt x="2578811" y="19989"/>
                  </a:lnTo>
                  <a:lnTo>
                    <a:pt x="2575090" y="23710"/>
                  </a:lnTo>
                  <a:lnTo>
                    <a:pt x="2574163" y="25946"/>
                  </a:lnTo>
                  <a:lnTo>
                    <a:pt x="2574163" y="31216"/>
                  </a:lnTo>
                  <a:lnTo>
                    <a:pt x="2575090" y="33451"/>
                  </a:lnTo>
                  <a:lnTo>
                    <a:pt x="2578811" y="37172"/>
                  </a:lnTo>
                  <a:lnTo>
                    <a:pt x="2581059" y="38100"/>
                  </a:lnTo>
                  <a:lnTo>
                    <a:pt x="2641041" y="38100"/>
                  </a:lnTo>
                  <a:lnTo>
                    <a:pt x="2643289" y="37172"/>
                  </a:lnTo>
                  <a:lnTo>
                    <a:pt x="2647010" y="33451"/>
                  </a:lnTo>
                  <a:lnTo>
                    <a:pt x="2647937" y="31216"/>
                  </a:lnTo>
                  <a:lnTo>
                    <a:pt x="2647937" y="57150"/>
                  </a:lnTo>
                  <a:lnTo>
                    <a:pt x="2686075" y="28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8122279" y="6355421"/>
              <a:ext cx="38735" cy="57150"/>
            </a:xfrm>
            <a:custGeom>
              <a:avLst/>
              <a:gdLst/>
              <a:ahLst/>
              <a:cxnLst/>
              <a:rect l="l" t="t" r="r" b="b"/>
              <a:pathLst>
                <a:path w="38734" h="57150">
                  <a:moveTo>
                    <a:pt x="0" y="0"/>
                  </a:moveTo>
                  <a:lnTo>
                    <a:pt x="38135" y="28574"/>
                  </a:lnTo>
                  <a:lnTo>
                    <a:pt x="0" y="57149"/>
                  </a:lnTo>
                  <a:lnTo>
                    <a:pt x="0" y="0"/>
                  </a:lnTo>
                  <a:close/>
                </a:path>
              </a:pathLst>
            </a:custGeom>
            <a:ln w="190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0363949" y="6355422"/>
              <a:ext cx="2686685" cy="57150"/>
            </a:xfrm>
            <a:custGeom>
              <a:avLst/>
              <a:gdLst/>
              <a:ahLst/>
              <a:cxnLst/>
              <a:rect l="l" t="t" r="r" b="b"/>
              <a:pathLst>
                <a:path w="2686684" h="57150">
                  <a:moveTo>
                    <a:pt x="76276" y="25946"/>
                  </a:moveTo>
                  <a:lnTo>
                    <a:pt x="75336" y="23710"/>
                  </a:lnTo>
                  <a:lnTo>
                    <a:pt x="71615" y="19989"/>
                  </a:lnTo>
                  <a:lnTo>
                    <a:pt x="69367" y="19050"/>
                  </a:lnTo>
                  <a:lnTo>
                    <a:pt x="6896" y="19050"/>
                  </a:lnTo>
                  <a:lnTo>
                    <a:pt x="4648" y="19989"/>
                  </a:lnTo>
                  <a:lnTo>
                    <a:pt x="927" y="23710"/>
                  </a:lnTo>
                  <a:lnTo>
                    <a:pt x="0" y="25946"/>
                  </a:lnTo>
                  <a:lnTo>
                    <a:pt x="0" y="31216"/>
                  </a:lnTo>
                  <a:lnTo>
                    <a:pt x="927" y="33451"/>
                  </a:lnTo>
                  <a:lnTo>
                    <a:pt x="4648" y="37172"/>
                  </a:lnTo>
                  <a:lnTo>
                    <a:pt x="6896" y="38100"/>
                  </a:lnTo>
                  <a:lnTo>
                    <a:pt x="69367" y="38100"/>
                  </a:lnTo>
                  <a:lnTo>
                    <a:pt x="71615" y="37172"/>
                  </a:lnTo>
                  <a:lnTo>
                    <a:pt x="75336" y="33451"/>
                  </a:lnTo>
                  <a:lnTo>
                    <a:pt x="76276" y="31216"/>
                  </a:lnTo>
                  <a:lnTo>
                    <a:pt x="76276" y="25946"/>
                  </a:lnTo>
                  <a:close/>
                </a:path>
                <a:path w="2686684" h="57150">
                  <a:moveTo>
                    <a:pt x="171615" y="25946"/>
                  </a:moveTo>
                  <a:lnTo>
                    <a:pt x="170675" y="23710"/>
                  </a:lnTo>
                  <a:lnTo>
                    <a:pt x="166954" y="19989"/>
                  </a:lnTo>
                  <a:lnTo>
                    <a:pt x="164706" y="19050"/>
                  </a:lnTo>
                  <a:lnTo>
                    <a:pt x="102235" y="19050"/>
                  </a:lnTo>
                  <a:lnTo>
                    <a:pt x="99987" y="19989"/>
                  </a:lnTo>
                  <a:lnTo>
                    <a:pt x="96266" y="23710"/>
                  </a:lnTo>
                  <a:lnTo>
                    <a:pt x="95338" y="25946"/>
                  </a:lnTo>
                  <a:lnTo>
                    <a:pt x="95338" y="31216"/>
                  </a:lnTo>
                  <a:lnTo>
                    <a:pt x="96266" y="33451"/>
                  </a:lnTo>
                  <a:lnTo>
                    <a:pt x="99987" y="37172"/>
                  </a:lnTo>
                  <a:lnTo>
                    <a:pt x="102235" y="38100"/>
                  </a:lnTo>
                  <a:lnTo>
                    <a:pt x="164706" y="38100"/>
                  </a:lnTo>
                  <a:lnTo>
                    <a:pt x="166954" y="37172"/>
                  </a:lnTo>
                  <a:lnTo>
                    <a:pt x="170675" y="33451"/>
                  </a:lnTo>
                  <a:lnTo>
                    <a:pt x="171615" y="31216"/>
                  </a:lnTo>
                  <a:lnTo>
                    <a:pt x="171615" y="25946"/>
                  </a:lnTo>
                  <a:close/>
                </a:path>
                <a:path w="2686684" h="57150">
                  <a:moveTo>
                    <a:pt x="266954" y="25946"/>
                  </a:moveTo>
                  <a:lnTo>
                    <a:pt x="266014" y="23710"/>
                  </a:lnTo>
                  <a:lnTo>
                    <a:pt x="262293" y="19989"/>
                  </a:lnTo>
                  <a:lnTo>
                    <a:pt x="260045" y="19050"/>
                  </a:lnTo>
                  <a:lnTo>
                    <a:pt x="197573" y="19050"/>
                  </a:lnTo>
                  <a:lnTo>
                    <a:pt x="195326" y="19989"/>
                  </a:lnTo>
                  <a:lnTo>
                    <a:pt x="191604" y="23710"/>
                  </a:lnTo>
                  <a:lnTo>
                    <a:pt x="190677" y="25946"/>
                  </a:lnTo>
                  <a:lnTo>
                    <a:pt x="190677" y="31216"/>
                  </a:lnTo>
                  <a:lnTo>
                    <a:pt x="191604" y="33451"/>
                  </a:lnTo>
                  <a:lnTo>
                    <a:pt x="195326" y="37172"/>
                  </a:lnTo>
                  <a:lnTo>
                    <a:pt x="197573" y="38100"/>
                  </a:lnTo>
                  <a:lnTo>
                    <a:pt x="260045" y="38100"/>
                  </a:lnTo>
                  <a:lnTo>
                    <a:pt x="262293" y="37172"/>
                  </a:lnTo>
                  <a:lnTo>
                    <a:pt x="266014" y="33451"/>
                  </a:lnTo>
                  <a:lnTo>
                    <a:pt x="266954" y="31216"/>
                  </a:lnTo>
                  <a:lnTo>
                    <a:pt x="266954" y="25946"/>
                  </a:lnTo>
                  <a:close/>
                </a:path>
                <a:path w="2686684" h="57150">
                  <a:moveTo>
                    <a:pt x="362292" y="25946"/>
                  </a:moveTo>
                  <a:lnTo>
                    <a:pt x="361353" y="23710"/>
                  </a:lnTo>
                  <a:lnTo>
                    <a:pt x="357632" y="19989"/>
                  </a:lnTo>
                  <a:lnTo>
                    <a:pt x="355384" y="19050"/>
                  </a:lnTo>
                  <a:lnTo>
                    <a:pt x="292912" y="19050"/>
                  </a:lnTo>
                  <a:lnTo>
                    <a:pt x="290664" y="19989"/>
                  </a:lnTo>
                  <a:lnTo>
                    <a:pt x="286943" y="23710"/>
                  </a:lnTo>
                  <a:lnTo>
                    <a:pt x="286016" y="25946"/>
                  </a:lnTo>
                  <a:lnTo>
                    <a:pt x="286016" y="31216"/>
                  </a:lnTo>
                  <a:lnTo>
                    <a:pt x="286943" y="33451"/>
                  </a:lnTo>
                  <a:lnTo>
                    <a:pt x="290664" y="37172"/>
                  </a:lnTo>
                  <a:lnTo>
                    <a:pt x="292912" y="38100"/>
                  </a:lnTo>
                  <a:lnTo>
                    <a:pt x="355384" y="38100"/>
                  </a:lnTo>
                  <a:lnTo>
                    <a:pt x="357632" y="37172"/>
                  </a:lnTo>
                  <a:lnTo>
                    <a:pt x="361353" y="33451"/>
                  </a:lnTo>
                  <a:lnTo>
                    <a:pt x="362292" y="31216"/>
                  </a:lnTo>
                  <a:lnTo>
                    <a:pt x="362292" y="25946"/>
                  </a:lnTo>
                  <a:close/>
                </a:path>
                <a:path w="2686684" h="57150">
                  <a:moveTo>
                    <a:pt x="457631" y="25946"/>
                  </a:moveTo>
                  <a:lnTo>
                    <a:pt x="456692" y="23710"/>
                  </a:lnTo>
                  <a:lnTo>
                    <a:pt x="452970" y="19989"/>
                  </a:lnTo>
                  <a:lnTo>
                    <a:pt x="450723" y="19050"/>
                  </a:lnTo>
                  <a:lnTo>
                    <a:pt x="388251" y="19050"/>
                  </a:lnTo>
                  <a:lnTo>
                    <a:pt x="386016" y="19989"/>
                  </a:lnTo>
                  <a:lnTo>
                    <a:pt x="382282" y="23710"/>
                  </a:lnTo>
                  <a:lnTo>
                    <a:pt x="381355" y="25946"/>
                  </a:lnTo>
                  <a:lnTo>
                    <a:pt x="381355" y="31216"/>
                  </a:lnTo>
                  <a:lnTo>
                    <a:pt x="382282" y="33451"/>
                  </a:lnTo>
                  <a:lnTo>
                    <a:pt x="386016" y="37172"/>
                  </a:lnTo>
                  <a:lnTo>
                    <a:pt x="388251" y="38100"/>
                  </a:lnTo>
                  <a:lnTo>
                    <a:pt x="450723" y="38100"/>
                  </a:lnTo>
                  <a:lnTo>
                    <a:pt x="452970" y="37172"/>
                  </a:lnTo>
                  <a:lnTo>
                    <a:pt x="456692" y="33451"/>
                  </a:lnTo>
                  <a:lnTo>
                    <a:pt x="457631" y="31216"/>
                  </a:lnTo>
                  <a:lnTo>
                    <a:pt x="457631" y="25946"/>
                  </a:lnTo>
                  <a:close/>
                </a:path>
                <a:path w="2686684" h="57150">
                  <a:moveTo>
                    <a:pt x="552970" y="25946"/>
                  </a:moveTo>
                  <a:lnTo>
                    <a:pt x="552030" y="23710"/>
                  </a:lnTo>
                  <a:lnTo>
                    <a:pt x="548309" y="19989"/>
                  </a:lnTo>
                  <a:lnTo>
                    <a:pt x="546061" y="19050"/>
                  </a:lnTo>
                  <a:lnTo>
                    <a:pt x="483603" y="19050"/>
                  </a:lnTo>
                  <a:lnTo>
                    <a:pt x="481355" y="19989"/>
                  </a:lnTo>
                  <a:lnTo>
                    <a:pt x="477621" y="23710"/>
                  </a:lnTo>
                  <a:lnTo>
                    <a:pt x="476694" y="25946"/>
                  </a:lnTo>
                  <a:lnTo>
                    <a:pt x="476694" y="31216"/>
                  </a:lnTo>
                  <a:lnTo>
                    <a:pt x="477621" y="33451"/>
                  </a:lnTo>
                  <a:lnTo>
                    <a:pt x="481355" y="37172"/>
                  </a:lnTo>
                  <a:lnTo>
                    <a:pt x="483603" y="38100"/>
                  </a:lnTo>
                  <a:lnTo>
                    <a:pt x="546061" y="38100"/>
                  </a:lnTo>
                  <a:lnTo>
                    <a:pt x="548309" y="37172"/>
                  </a:lnTo>
                  <a:lnTo>
                    <a:pt x="552030" y="33451"/>
                  </a:lnTo>
                  <a:lnTo>
                    <a:pt x="552970" y="31216"/>
                  </a:lnTo>
                  <a:lnTo>
                    <a:pt x="552970" y="25946"/>
                  </a:lnTo>
                  <a:close/>
                </a:path>
                <a:path w="2686684" h="57150">
                  <a:moveTo>
                    <a:pt x="648309" y="25946"/>
                  </a:moveTo>
                  <a:lnTo>
                    <a:pt x="647382" y="23710"/>
                  </a:lnTo>
                  <a:lnTo>
                    <a:pt x="643648" y="19989"/>
                  </a:lnTo>
                  <a:lnTo>
                    <a:pt x="641400" y="19050"/>
                  </a:lnTo>
                  <a:lnTo>
                    <a:pt x="578942" y="19050"/>
                  </a:lnTo>
                  <a:lnTo>
                    <a:pt x="576694" y="19989"/>
                  </a:lnTo>
                  <a:lnTo>
                    <a:pt x="572960" y="23710"/>
                  </a:lnTo>
                  <a:lnTo>
                    <a:pt x="572033" y="25946"/>
                  </a:lnTo>
                  <a:lnTo>
                    <a:pt x="572033" y="31216"/>
                  </a:lnTo>
                  <a:lnTo>
                    <a:pt x="572960" y="33451"/>
                  </a:lnTo>
                  <a:lnTo>
                    <a:pt x="576694" y="37172"/>
                  </a:lnTo>
                  <a:lnTo>
                    <a:pt x="578942" y="38100"/>
                  </a:lnTo>
                  <a:lnTo>
                    <a:pt x="641400" y="38100"/>
                  </a:lnTo>
                  <a:lnTo>
                    <a:pt x="643648" y="37172"/>
                  </a:lnTo>
                  <a:lnTo>
                    <a:pt x="647382" y="33451"/>
                  </a:lnTo>
                  <a:lnTo>
                    <a:pt x="648309" y="31216"/>
                  </a:lnTo>
                  <a:lnTo>
                    <a:pt x="648309" y="25946"/>
                  </a:lnTo>
                  <a:close/>
                </a:path>
                <a:path w="2686684" h="57150">
                  <a:moveTo>
                    <a:pt x="743648" y="25946"/>
                  </a:moveTo>
                  <a:lnTo>
                    <a:pt x="742721" y="23710"/>
                  </a:lnTo>
                  <a:lnTo>
                    <a:pt x="738987" y="19989"/>
                  </a:lnTo>
                  <a:lnTo>
                    <a:pt x="736739" y="19050"/>
                  </a:lnTo>
                  <a:lnTo>
                    <a:pt x="674281" y="19050"/>
                  </a:lnTo>
                  <a:lnTo>
                    <a:pt x="672033" y="19989"/>
                  </a:lnTo>
                  <a:lnTo>
                    <a:pt x="668299" y="23710"/>
                  </a:lnTo>
                  <a:lnTo>
                    <a:pt x="667372" y="25946"/>
                  </a:lnTo>
                  <a:lnTo>
                    <a:pt x="667372" y="31216"/>
                  </a:lnTo>
                  <a:lnTo>
                    <a:pt x="668299" y="33451"/>
                  </a:lnTo>
                  <a:lnTo>
                    <a:pt x="672033" y="37172"/>
                  </a:lnTo>
                  <a:lnTo>
                    <a:pt x="674281" y="38100"/>
                  </a:lnTo>
                  <a:lnTo>
                    <a:pt x="736739" y="38100"/>
                  </a:lnTo>
                  <a:lnTo>
                    <a:pt x="738987" y="37172"/>
                  </a:lnTo>
                  <a:lnTo>
                    <a:pt x="742721" y="33451"/>
                  </a:lnTo>
                  <a:lnTo>
                    <a:pt x="743648" y="31216"/>
                  </a:lnTo>
                  <a:lnTo>
                    <a:pt x="743648" y="25946"/>
                  </a:lnTo>
                  <a:close/>
                </a:path>
                <a:path w="2686684" h="57150">
                  <a:moveTo>
                    <a:pt x="838987" y="25946"/>
                  </a:moveTo>
                  <a:lnTo>
                    <a:pt x="838060" y="23710"/>
                  </a:lnTo>
                  <a:lnTo>
                    <a:pt x="834326" y="19989"/>
                  </a:lnTo>
                  <a:lnTo>
                    <a:pt x="832078" y="19050"/>
                  </a:lnTo>
                  <a:lnTo>
                    <a:pt x="769620" y="19050"/>
                  </a:lnTo>
                  <a:lnTo>
                    <a:pt x="767372" y="19989"/>
                  </a:lnTo>
                  <a:lnTo>
                    <a:pt x="763651" y="23710"/>
                  </a:lnTo>
                  <a:lnTo>
                    <a:pt x="762711" y="25946"/>
                  </a:lnTo>
                  <a:lnTo>
                    <a:pt x="762711" y="31216"/>
                  </a:lnTo>
                  <a:lnTo>
                    <a:pt x="763651" y="33451"/>
                  </a:lnTo>
                  <a:lnTo>
                    <a:pt x="767372" y="37172"/>
                  </a:lnTo>
                  <a:lnTo>
                    <a:pt x="769620" y="38100"/>
                  </a:lnTo>
                  <a:lnTo>
                    <a:pt x="832078" y="38100"/>
                  </a:lnTo>
                  <a:lnTo>
                    <a:pt x="834326" y="37172"/>
                  </a:lnTo>
                  <a:lnTo>
                    <a:pt x="838060" y="33451"/>
                  </a:lnTo>
                  <a:lnTo>
                    <a:pt x="838987" y="31216"/>
                  </a:lnTo>
                  <a:lnTo>
                    <a:pt x="838987" y="25946"/>
                  </a:lnTo>
                  <a:close/>
                </a:path>
                <a:path w="2686684" h="57150">
                  <a:moveTo>
                    <a:pt x="934326" y="25946"/>
                  </a:moveTo>
                  <a:lnTo>
                    <a:pt x="933399" y="23710"/>
                  </a:lnTo>
                  <a:lnTo>
                    <a:pt x="929665" y="19989"/>
                  </a:lnTo>
                  <a:lnTo>
                    <a:pt x="927430" y="19050"/>
                  </a:lnTo>
                  <a:lnTo>
                    <a:pt x="864958" y="19050"/>
                  </a:lnTo>
                  <a:lnTo>
                    <a:pt x="862711" y="19989"/>
                  </a:lnTo>
                  <a:lnTo>
                    <a:pt x="858989" y="23710"/>
                  </a:lnTo>
                  <a:lnTo>
                    <a:pt x="858050" y="25946"/>
                  </a:lnTo>
                  <a:lnTo>
                    <a:pt x="858050" y="31216"/>
                  </a:lnTo>
                  <a:lnTo>
                    <a:pt x="858989" y="33451"/>
                  </a:lnTo>
                  <a:lnTo>
                    <a:pt x="862711" y="37172"/>
                  </a:lnTo>
                  <a:lnTo>
                    <a:pt x="864958" y="38100"/>
                  </a:lnTo>
                  <a:lnTo>
                    <a:pt x="927430" y="38100"/>
                  </a:lnTo>
                  <a:lnTo>
                    <a:pt x="929665" y="37172"/>
                  </a:lnTo>
                  <a:lnTo>
                    <a:pt x="933399" y="33451"/>
                  </a:lnTo>
                  <a:lnTo>
                    <a:pt x="934326" y="31216"/>
                  </a:lnTo>
                  <a:lnTo>
                    <a:pt x="934326" y="25946"/>
                  </a:lnTo>
                  <a:close/>
                </a:path>
                <a:path w="2686684" h="57150">
                  <a:moveTo>
                    <a:pt x="1029665" y="25946"/>
                  </a:moveTo>
                  <a:lnTo>
                    <a:pt x="1028738" y="23710"/>
                  </a:lnTo>
                  <a:lnTo>
                    <a:pt x="1025017" y="19989"/>
                  </a:lnTo>
                  <a:lnTo>
                    <a:pt x="1022769" y="19050"/>
                  </a:lnTo>
                  <a:lnTo>
                    <a:pt x="960297" y="19050"/>
                  </a:lnTo>
                  <a:lnTo>
                    <a:pt x="958049" y="19989"/>
                  </a:lnTo>
                  <a:lnTo>
                    <a:pt x="954328" y="23710"/>
                  </a:lnTo>
                  <a:lnTo>
                    <a:pt x="953389" y="25946"/>
                  </a:lnTo>
                  <a:lnTo>
                    <a:pt x="953389" y="31216"/>
                  </a:lnTo>
                  <a:lnTo>
                    <a:pt x="954328" y="33451"/>
                  </a:lnTo>
                  <a:lnTo>
                    <a:pt x="958049" y="37172"/>
                  </a:lnTo>
                  <a:lnTo>
                    <a:pt x="960297" y="38100"/>
                  </a:lnTo>
                  <a:lnTo>
                    <a:pt x="1022769" y="38100"/>
                  </a:lnTo>
                  <a:lnTo>
                    <a:pt x="1025017" y="37172"/>
                  </a:lnTo>
                  <a:lnTo>
                    <a:pt x="1028738" y="33451"/>
                  </a:lnTo>
                  <a:lnTo>
                    <a:pt x="1029665" y="31216"/>
                  </a:lnTo>
                  <a:lnTo>
                    <a:pt x="1029665" y="25946"/>
                  </a:lnTo>
                  <a:close/>
                </a:path>
                <a:path w="2686684" h="57150">
                  <a:moveTo>
                    <a:pt x="1125004" y="25946"/>
                  </a:moveTo>
                  <a:lnTo>
                    <a:pt x="1124077" y="23710"/>
                  </a:lnTo>
                  <a:lnTo>
                    <a:pt x="1120355" y="19989"/>
                  </a:lnTo>
                  <a:lnTo>
                    <a:pt x="1118108" y="19050"/>
                  </a:lnTo>
                  <a:lnTo>
                    <a:pt x="1055636" y="19050"/>
                  </a:lnTo>
                  <a:lnTo>
                    <a:pt x="1053388" y="19989"/>
                  </a:lnTo>
                  <a:lnTo>
                    <a:pt x="1049667" y="23710"/>
                  </a:lnTo>
                  <a:lnTo>
                    <a:pt x="1048727" y="25946"/>
                  </a:lnTo>
                  <a:lnTo>
                    <a:pt x="1048727" y="31216"/>
                  </a:lnTo>
                  <a:lnTo>
                    <a:pt x="1049667" y="33451"/>
                  </a:lnTo>
                  <a:lnTo>
                    <a:pt x="1053388" y="37172"/>
                  </a:lnTo>
                  <a:lnTo>
                    <a:pt x="1055636" y="38100"/>
                  </a:lnTo>
                  <a:lnTo>
                    <a:pt x="1118108" y="38100"/>
                  </a:lnTo>
                  <a:lnTo>
                    <a:pt x="1120355" y="37172"/>
                  </a:lnTo>
                  <a:lnTo>
                    <a:pt x="1124077" y="33451"/>
                  </a:lnTo>
                  <a:lnTo>
                    <a:pt x="1125004" y="31216"/>
                  </a:lnTo>
                  <a:lnTo>
                    <a:pt x="1125004" y="25946"/>
                  </a:lnTo>
                  <a:close/>
                </a:path>
                <a:path w="2686684" h="57150">
                  <a:moveTo>
                    <a:pt x="1220343" y="25946"/>
                  </a:moveTo>
                  <a:lnTo>
                    <a:pt x="1219415" y="23710"/>
                  </a:lnTo>
                  <a:lnTo>
                    <a:pt x="1215694" y="19989"/>
                  </a:lnTo>
                  <a:lnTo>
                    <a:pt x="1213446" y="19050"/>
                  </a:lnTo>
                  <a:lnTo>
                    <a:pt x="1150975" y="19050"/>
                  </a:lnTo>
                  <a:lnTo>
                    <a:pt x="1148727" y="19989"/>
                  </a:lnTo>
                  <a:lnTo>
                    <a:pt x="1145006" y="23710"/>
                  </a:lnTo>
                  <a:lnTo>
                    <a:pt x="1144066" y="25946"/>
                  </a:lnTo>
                  <a:lnTo>
                    <a:pt x="1144066" y="31216"/>
                  </a:lnTo>
                  <a:lnTo>
                    <a:pt x="1145006" y="33451"/>
                  </a:lnTo>
                  <a:lnTo>
                    <a:pt x="1148727" y="37172"/>
                  </a:lnTo>
                  <a:lnTo>
                    <a:pt x="1150975" y="38100"/>
                  </a:lnTo>
                  <a:lnTo>
                    <a:pt x="1213446" y="38100"/>
                  </a:lnTo>
                  <a:lnTo>
                    <a:pt x="1215694" y="37172"/>
                  </a:lnTo>
                  <a:lnTo>
                    <a:pt x="1219415" y="33451"/>
                  </a:lnTo>
                  <a:lnTo>
                    <a:pt x="1220343" y="31216"/>
                  </a:lnTo>
                  <a:lnTo>
                    <a:pt x="1220343" y="25946"/>
                  </a:lnTo>
                  <a:close/>
                </a:path>
                <a:path w="2686684" h="57150">
                  <a:moveTo>
                    <a:pt x="1315681" y="25946"/>
                  </a:moveTo>
                  <a:lnTo>
                    <a:pt x="1314754" y="23710"/>
                  </a:lnTo>
                  <a:lnTo>
                    <a:pt x="1311033" y="19989"/>
                  </a:lnTo>
                  <a:lnTo>
                    <a:pt x="1308785" y="19050"/>
                  </a:lnTo>
                  <a:lnTo>
                    <a:pt x="1246314" y="19050"/>
                  </a:lnTo>
                  <a:lnTo>
                    <a:pt x="1244066" y="19989"/>
                  </a:lnTo>
                  <a:lnTo>
                    <a:pt x="1240345" y="23710"/>
                  </a:lnTo>
                  <a:lnTo>
                    <a:pt x="1239405" y="25946"/>
                  </a:lnTo>
                  <a:lnTo>
                    <a:pt x="1239405" y="31216"/>
                  </a:lnTo>
                  <a:lnTo>
                    <a:pt x="1240345" y="33451"/>
                  </a:lnTo>
                  <a:lnTo>
                    <a:pt x="1244066" y="37172"/>
                  </a:lnTo>
                  <a:lnTo>
                    <a:pt x="1246314" y="38100"/>
                  </a:lnTo>
                  <a:lnTo>
                    <a:pt x="1308785" y="38100"/>
                  </a:lnTo>
                  <a:lnTo>
                    <a:pt x="1311033" y="37172"/>
                  </a:lnTo>
                  <a:lnTo>
                    <a:pt x="1314754" y="33451"/>
                  </a:lnTo>
                  <a:lnTo>
                    <a:pt x="1315681" y="31216"/>
                  </a:lnTo>
                  <a:lnTo>
                    <a:pt x="1315681" y="25946"/>
                  </a:lnTo>
                  <a:close/>
                </a:path>
                <a:path w="2686684" h="57150">
                  <a:moveTo>
                    <a:pt x="1411020" y="25946"/>
                  </a:moveTo>
                  <a:lnTo>
                    <a:pt x="1410093" y="23710"/>
                  </a:lnTo>
                  <a:lnTo>
                    <a:pt x="1406372" y="19989"/>
                  </a:lnTo>
                  <a:lnTo>
                    <a:pt x="1404124" y="19050"/>
                  </a:lnTo>
                  <a:lnTo>
                    <a:pt x="1341653" y="19050"/>
                  </a:lnTo>
                  <a:lnTo>
                    <a:pt x="1339405" y="19989"/>
                  </a:lnTo>
                  <a:lnTo>
                    <a:pt x="1335684" y="23710"/>
                  </a:lnTo>
                  <a:lnTo>
                    <a:pt x="1334757" y="25946"/>
                  </a:lnTo>
                  <a:lnTo>
                    <a:pt x="1334757" y="31216"/>
                  </a:lnTo>
                  <a:lnTo>
                    <a:pt x="1335684" y="33451"/>
                  </a:lnTo>
                  <a:lnTo>
                    <a:pt x="1339405" y="37172"/>
                  </a:lnTo>
                  <a:lnTo>
                    <a:pt x="1341653" y="38100"/>
                  </a:lnTo>
                  <a:lnTo>
                    <a:pt x="1404124" y="38100"/>
                  </a:lnTo>
                  <a:lnTo>
                    <a:pt x="1406372" y="37172"/>
                  </a:lnTo>
                  <a:lnTo>
                    <a:pt x="1410093" y="33451"/>
                  </a:lnTo>
                  <a:lnTo>
                    <a:pt x="1411020" y="31216"/>
                  </a:lnTo>
                  <a:lnTo>
                    <a:pt x="1411020" y="25946"/>
                  </a:lnTo>
                  <a:close/>
                </a:path>
                <a:path w="2686684" h="57150">
                  <a:moveTo>
                    <a:pt x="1506359" y="25946"/>
                  </a:moveTo>
                  <a:lnTo>
                    <a:pt x="1505432" y="23710"/>
                  </a:lnTo>
                  <a:lnTo>
                    <a:pt x="1501711" y="19989"/>
                  </a:lnTo>
                  <a:lnTo>
                    <a:pt x="1499463" y="19050"/>
                  </a:lnTo>
                  <a:lnTo>
                    <a:pt x="1436992" y="19050"/>
                  </a:lnTo>
                  <a:lnTo>
                    <a:pt x="1434744" y="19989"/>
                  </a:lnTo>
                  <a:lnTo>
                    <a:pt x="1431023" y="23710"/>
                  </a:lnTo>
                  <a:lnTo>
                    <a:pt x="1430096" y="25946"/>
                  </a:lnTo>
                  <a:lnTo>
                    <a:pt x="1430096" y="31216"/>
                  </a:lnTo>
                  <a:lnTo>
                    <a:pt x="1431023" y="33451"/>
                  </a:lnTo>
                  <a:lnTo>
                    <a:pt x="1434744" y="37172"/>
                  </a:lnTo>
                  <a:lnTo>
                    <a:pt x="1436992" y="38100"/>
                  </a:lnTo>
                  <a:lnTo>
                    <a:pt x="1499463" y="38100"/>
                  </a:lnTo>
                  <a:lnTo>
                    <a:pt x="1501711" y="37172"/>
                  </a:lnTo>
                  <a:lnTo>
                    <a:pt x="1505432" y="33451"/>
                  </a:lnTo>
                  <a:lnTo>
                    <a:pt x="1506359" y="31216"/>
                  </a:lnTo>
                  <a:lnTo>
                    <a:pt x="1506359" y="25946"/>
                  </a:lnTo>
                  <a:close/>
                </a:path>
                <a:path w="2686684" h="57150">
                  <a:moveTo>
                    <a:pt x="1601698" y="25946"/>
                  </a:moveTo>
                  <a:lnTo>
                    <a:pt x="1600771" y="23710"/>
                  </a:lnTo>
                  <a:lnTo>
                    <a:pt x="1597050" y="19989"/>
                  </a:lnTo>
                  <a:lnTo>
                    <a:pt x="1594802" y="19050"/>
                  </a:lnTo>
                  <a:lnTo>
                    <a:pt x="1532331" y="19050"/>
                  </a:lnTo>
                  <a:lnTo>
                    <a:pt x="1530083" y="19989"/>
                  </a:lnTo>
                  <a:lnTo>
                    <a:pt x="1526362" y="23710"/>
                  </a:lnTo>
                  <a:lnTo>
                    <a:pt x="1525435" y="25946"/>
                  </a:lnTo>
                  <a:lnTo>
                    <a:pt x="1525435" y="31216"/>
                  </a:lnTo>
                  <a:lnTo>
                    <a:pt x="1526362" y="33451"/>
                  </a:lnTo>
                  <a:lnTo>
                    <a:pt x="1530083" y="37172"/>
                  </a:lnTo>
                  <a:lnTo>
                    <a:pt x="1532331" y="38100"/>
                  </a:lnTo>
                  <a:lnTo>
                    <a:pt x="1594802" y="38100"/>
                  </a:lnTo>
                  <a:lnTo>
                    <a:pt x="1597050" y="37172"/>
                  </a:lnTo>
                  <a:lnTo>
                    <a:pt x="1600771" y="33451"/>
                  </a:lnTo>
                  <a:lnTo>
                    <a:pt x="1601698" y="31216"/>
                  </a:lnTo>
                  <a:lnTo>
                    <a:pt x="1601698" y="25946"/>
                  </a:lnTo>
                  <a:close/>
                </a:path>
                <a:path w="2686684" h="57150">
                  <a:moveTo>
                    <a:pt x="1697037" y="25946"/>
                  </a:moveTo>
                  <a:lnTo>
                    <a:pt x="1696110" y="23710"/>
                  </a:lnTo>
                  <a:lnTo>
                    <a:pt x="1692389" y="19989"/>
                  </a:lnTo>
                  <a:lnTo>
                    <a:pt x="1690141" y="19050"/>
                  </a:lnTo>
                  <a:lnTo>
                    <a:pt x="1627670" y="19050"/>
                  </a:lnTo>
                  <a:lnTo>
                    <a:pt x="1625422" y="19989"/>
                  </a:lnTo>
                  <a:lnTo>
                    <a:pt x="1621701" y="23710"/>
                  </a:lnTo>
                  <a:lnTo>
                    <a:pt x="1620774" y="25946"/>
                  </a:lnTo>
                  <a:lnTo>
                    <a:pt x="1620774" y="31216"/>
                  </a:lnTo>
                  <a:lnTo>
                    <a:pt x="1621701" y="33451"/>
                  </a:lnTo>
                  <a:lnTo>
                    <a:pt x="1625422" y="37172"/>
                  </a:lnTo>
                  <a:lnTo>
                    <a:pt x="1627670" y="38100"/>
                  </a:lnTo>
                  <a:lnTo>
                    <a:pt x="1690141" y="38100"/>
                  </a:lnTo>
                  <a:lnTo>
                    <a:pt x="1692389" y="37172"/>
                  </a:lnTo>
                  <a:lnTo>
                    <a:pt x="1696110" y="33451"/>
                  </a:lnTo>
                  <a:lnTo>
                    <a:pt x="1697037" y="31216"/>
                  </a:lnTo>
                  <a:lnTo>
                    <a:pt x="1697037" y="25946"/>
                  </a:lnTo>
                  <a:close/>
                </a:path>
                <a:path w="2686684" h="57150">
                  <a:moveTo>
                    <a:pt x="1792376" y="25946"/>
                  </a:moveTo>
                  <a:lnTo>
                    <a:pt x="1791449" y="23710"/>
                  </a:lnTo>
                  <a:lnTo>
                    <a:pt x="1787728" y="19989"/>
                  </a:lnTo>
                  <a:lnTo>
                    <a:pt x="1785480" y="19050"/>
                  </a:lnTo>
                  <a:lnTo>
                    <a:pt x="1723009" y="19050"/>
                  </a:lnTo>
                  <a:lnTo>
                    <a:pt x="1720761" y="19989"/>
                  </a:lnTo>
                  <a:lnTo>
                    <a:pt x="1717040" y="23710"/>
                  </a:lnTo>
                  <a:lnTo>
                    <a:pt x="1716112" y="25946"/>
                  </a:lnTo>
                  <a:lnTo>
                    <a:pt x="1716112" y="31216"/>
                  </a:lnTo>
                  <a:lnTo>
                    <a:pt x="1717040" y="33451"/>
                  </a:lnTo>
                  <a:lnTo>
                    <a:pt x="1720761" y="37172"/>
                  </a:lnTo>
                  <a:lnTo>
                    <a:pt x="1723009" y="38100"/>
                  </a:lnTo>
                  <a:lnTo>
                    <a:pt x="1785480" y="38100"/>
                  </a:lnTo>
                  <a:lnTo>
                    <a:pt x="1787728" y="37172"/>
                  </a:lnTo>
                  <a:lnTo>
                    <a:pt x="1791449" y="33451"/>
                  </a:lnTo>
                  <a:lnTo>
                    <a:pt x="1792376" y="31216"/>
                  </a:lnTo>
                  <a:lnTo>
                    <a:pt x="1792376" y="25946"/>
                  </a:lnTo>
                  <a:close/>
                </a:path>
                <a:path w="2686684" h="57150">
                  <a:moveTo>
                    <a:pt x="1887715" y="25946"/>
                  </a:moveTo>
                  <a:lnTo>
                    <a:pt x="1886788" y="23710"/>
                  </a:lnTo>
                  <a:lnTo>
                    <a:pt x="1883067" y="19989"/>
                  </a:lnTo>
                  <a:lnTo>
                    <a:pt x="1880819" y="19050"/>
                  </a:lnTo>
                  <a:lnTo>
                    <a:pt x="1818347" y="19050"/>
                  </a:lnTo>
                  <a:lnTo>
                    <a:pt x="1816100" y="19989"/>
                  </a:lnTo>
                  <a:lnTo>
                    <a:pt x="1812378" y="23710"/>
                  </a:lnTo>
                  <a:lnTo>
                    <a:pt x="1811451" y="25946"/>
                  </a:lnTo>
                  <a:lnTo>
                    <a:pt x="1811451" y="31216"/>
                  </a:lnTo>
                  <a:lnTo>
                    <a:pt x="1812378" y="33451"/>
                  </a:lnTo>
                  <a:lnTo>
                    <a:pt x="1816100" y="37172"/>
                  </a:lnTo>
                  <a:lnTo>
                    <a:pt x="1818347" y="38100"/>
                  </a:lnTo>
                  <a:lnTo>
                    <a:pt x="1880819" y="38100"/>
                  </a:lnTo>
                  <a:lnTo>
                    <a:pt x="1883067" y="37172"/>
                  </a:lnTo>
                  <a:lnTo>
                    <a:pt x="1886788" y="33451"/>
                  </a:lnTo>
                  <a:lnTo>
                    <a:pt x="1887715" y="31216"/>
                  </a:lnTo>
                  <a:lnTo>
                    <a:pt x="1887715" y="25946"/>
                  </a:lnTo>
                  <a:close/>
                </a:path>
                <a:path w="2686684" h="57150">
                  <a:moveTo>
                    <a:pt x="1983054" y="25946"/>
                  </a:moveTo>
                  <a:lnTo>
                    <a:pt x="1982127" y="23710"/>
                  </a:lnTo>
                  <a:lnTo>
                    <a:pt x="1978406" y="19989"/>
                  </a:lnTo>
                  <a:lnTo>
                    <a:pt x="1976158" y="19050"/>
                  </a:lnTo>
                  <a:lnTo>
                    <a:pt x="1913686" y="19050"/>
                  </a:lnTo>
                  <a:lnTo>
                    <a:pt x="1911438" y="19989"/>
                  </a:lnTo>
                  <a:lnTo>
                    <a:pt x="1907717" y="23710"/>
                  </a:lnTo>
                  <a:lnTo>
                    <a:pt x="1906790" y="25946"/>
                  </a:lnTo>
                  <a:lnTo>
                    <a:pt x="1906790" y="31216"/>
                  </a:lnTo>
                  <a:lnTo>
                    <a:pt x="1907717" y="33451"/>
                  </a:lnTo>
                  <a:lnTo>
                    <a:pt x="1911438" y="37172"/>
                  </a:lnTo>
                  <a:lnTo>
                    <a:pt x="1913686" y="38100"/>
                  </a:lnTo>
                  <a:lnTo>
                    <a:pt x="1976158" y="38100"/>
                  </a:lnTo>
                  <a:lnTo>
                    <a:pt x="1978406" y="37172"/>
                  </a:lnTo>
                  <a:lnTo>
                    <a:pt x="1982127" y="33451"/>
                  </a:lnTo>
                  <a:lnTo>
                    <a:pt x="1983054" y="31216"/>
                  </a:lnTo>
                  <a:lnTo>
                    <a:pt x="1983054" y="25946"/>
                  </a:lnTo>
                  <a:close/>
                </a:path>
                <a:path w="2686684" h="57150">
                  <a:moveTo>
                    <a:pt x="2078393" y="25946"/>
                  </a:moveTo>
                  <a:lnTo>
                    <a:pt x="2077466" y="23710"/>
                  </a:lnTo>
                  <a:lnTo>
                    <a:pt x="2073744" y="19989"/>
                  </a:lnTo>
                  <a:lnTo>
                    <a:pt x="2071497" y="19050"/>
                  </a:lnTo>
                  <a:lnTo>
                    <a:pt x="2009025" y="19050"/>
                  </a:lnTo>
                  <a:lnTo>
                    <a:pt x="2006777" y="19989"/>
                  </a:lnTo>
                  <a:lnTo>
                    <a:pt x="2003056" y="23710"/>
                  </a:lnTo>
                  <a:lnTo>
                    <a:pt x="2002129" y="25946"/>
                  </a:lnTo>
                  <a:lnTo>
                    <a:pt x="2002129" y="31216"/>
                  </a:lnTo>
                  <a:lnTo>
                    <a:pt x="2003056" y="33451"/>
                  </a:lnTo>
                  <a:lnTo>
                    <a:pt x="2006777" y="37172"/>
                  </a:lnTo>
                  <a:lnTo>
                    <a:pt x="2009025" y="38100"/>
                  </a:lnTo>
                  <a:lnTo>
                    <a:pt x="2071497" y="38100"/>
                  </a:lnTo>
                  <a:lnTo>
                    <a:pt x="2073744" y="37172"/>
                  </a:lnTo>
                  <a:lnTo>
                    <a:pt x="2077466" y="33451"/>
                  </a:lnTo>
                  <a:lnTo>
                    <a:pt x="2078393" y="31216"/>
                  </a:lnTo>
                  <a:lnTo>
                    <a:pt x="2078393" y="25946"/>
                  </a:lnTo>
                  <a:close/>
                </a:path>
                <a:path w="2686684" h="57150">
                  <a:moveTo>
                    <a:pt x="2173744" y="25946"/>
                  </a:moveTo>
                  <a:lnTo>
                    <a:pt x="2172805" y="23710"/>
                  </a:lnTo>
                  <a:lnTo>
                    <a:pt x="2169083" y="19989"/>
                  </a:lnTo>
                  <a:lnTo>
                    <a:pt x="2166836" y="19050"/>
                  </a:lnTo>
                  <a:lnTo>
                    <a:pt x="2104364" y="19050"/>
                  </a:lnTo>
                  <a:lnTo>
                    <a:pt x="2102116" y="19989"/>
                  </a:lnTo>
                  <a:lnTo>
                    <a:pt x="2098395" y="23710"/>
                  </a:lnTo>
                  <a:lnTo>
                    <a:pt x="2097468" y="25946"/>
                  </a:lnTo>
                  <a:lnTo>
                    <a:pt x="2097468" y="31216"/>
                  </a:lnTo>
                  <a:lnTo>
                    <a:pt x="2098395" y="33451"/>
                  </a:lnTo>
                  <a:lnTo>
                    <a:pt x="2102116" y="37172"/>
                  </a:lnTo>
                  <a:lnTo>
                    <a:pt x="2104364" y="38100"/>
                  </a:lnTo>
                  <a:lnTo>
                    <a:pt x="2166836" y="38100"/>
                  </a:lnTo>
                  <a:lnTo>
                    <a:pt x="2169083" y="37172"/>
                  </a:lnTo>
                  <a:lnTo>
                    <a:pt x="2172805" y="33451"/>
                  </a:lnTo>
                  <a:lnTo>
                    <a:pt x="2173744" y="31216"/>
                  </a:lnTo>
                  <a:lnTo>
                    <a:pt x="2173744" y="25946"/>
                  </a:lnTo>
                  <a:close/>
                </a:path>
                <a:path w="2686684" h="57150">
                  <a:moveTo>
                    <a:pt x="2269083" y="25946"/>
                  </a:moveTo>
                  <a:lnTo>
                    <a:pt x="2268143" y="23710"/>
                  </a:lnTo>
                  <a:lnTo>
                    <a:pt x="2264422" y="19989"/>
                  </a:lnTo>
                  <a:lnTo>
                    <a:pt x="2262174" y="19050"/>
                  </a:lnTo>
                  <a:lnTo>
                    <a:pt x="2199703" y="19050"/>
                  </a:lnTo>
                  <a:lnTo>
                    <a:pt x="2197455" y="19989"/>
                  </a:lnTo>
                  <a:lnTo>
                    <a:pt x="2193734" y="23710"/>
                  </a:lnTo>
                  <a:lnTo>
                    <a:pt x="2192807" y="25946"/>
                  </a:lnTo>
                  <a:lnTo>
                    <a:pt x="2192807" y="31216"/>
                  </a:lnTo>
                  <a:lnTo>
                    <a:pt x="2193734" y="33451"/>
                  </a:lnTo>
                  <a:lnTo>
                    <a:pt x="2197455" y="37172"/>
                  </a:lnTo>
                  <a:lnTo>
                    <a:pt x="2199703" y="38100"/>
                  </a:lnTo>
                  <a:lnTo>
                    <a:pt x="2262174" y="38100"/>
                  </a:lnTo>
                  <a:lnTo>
                    <a:pt x="2264422" y="37172"/>
                  </a:lnTo>
                  <a:lnTo>
                    <a:pt x="2268143" y="33451"/>
                  </a:lnTo>
                  <a:lnTo>
                    <a:pt x="2269083" y="31216"/>
                  </a:lnTo>
                  <a:lnTo>
                    <a:pt x="2269083" y="25946"/>
                  </a:lnTo>
                  <a:close/>
                </a:path>
                <a:path w="2686684" h="57150">
                  <a:moveTo>
                    <a:pt x="2364422" y="25946"/>
                  </a:moveTo>
                  <a:lnTo>
                    <a:pt x="2363482" y="23710"/>
                  </a:lnTo>
                  <a:lnTo>
                    <a:pt x="2359761" y="19989"/>
                  </a:lnTo>
                  <a:lnTo>
                    <a:pt x="2357513" y="19050"/>
                  </a:lnTo>
                  <a:lnTo>
                    <a:pt x="2295042" y="19050"/>
                  </a:lnTo>
                  <a:lnTo>
                    <a:pt x="2292794" y="19989"/>
                  </a:lnTo>
                  <a:lnTo>
                    <a:pt x="2289073" y="23710"/>
                  </a:lnTo>
                  <a:lnTo>
                    <a:pt x="2288146" y="25946"/>
                  </a:lnTo>
                  <a:lnTo>
                    <a:pt x="2288146" y="31216"/>
                  </a:lnTo>
                  <a:lnTo>
                    <a:pt x="2289073" y="33451"/>
                  </a:lnTo>
                  <a:lnTo>
                    <a:pt x="2292794" y="37172"/>
                  </a:lnTo>
                  <a:lnTo>
                    <a:pt x="2295042" y="38100"/>
                  </a:lnTo>
                  <a:lnTo>
                    <a:pt x="2357513" y="38100"/>
                  </a:lnTo>
                  <a:lnTo>
                    <a:pt x="2359761" y="37172"/>
                  </a:lnTo>
                  <a:lnTo>
                    <a:pt x="2363482" y="33451"/>
                  </a:lnTo>
                  <a:lnTo>
                    <a:pt x="2364422" y="31216"/>
                  </a:lnTo>
                  <a:lnTo>
                    <a:pt x="2364422" y="25946"/>
                  </a:lnTo>
                  <a:close/>
                </a:path>
                <a:path w="2686684" h="57150">
                  <a:moveTo>
                    <a:pt x="2459761" y="25946"/>
                  </a:moveTo>
                  <a:lnTo>
                    <a:pt x="2458821" y="23710"/>
                  </a:lnTo>
                  <a:lnTo>
                    <a:pt x="2455100" y="19989"/>
                  </a:lnTo>
                  <a:lnTo>
                    <a:pt x="2452852" y="19050"/>
                  </a:lnTo>
                  <a:lnTo>
                    <a:pt x="2390381" y="19050"/>
                  </a:lnTo>
                  <a:lnTo>
                    <a:pt x="2388133" y="19989"/>
                  </a:lnTo>
                  <a:lnTo>
                    <a:pt x="2384412" y="23710"/>
                  </a:lnTo>
                  <a:lnTo>
                    <a:pt x="2383485" y="25946"/>
                  </a:lnTo>
                  <a:lnTo>
                    <a:pt x="2383485" y="31216"/>
                  </a:lnTo>
                  <a:lnTo>
                    <a:pt x="2384412" y="33451"/>
                  </a:lnTo>
                  <a:lnTo>
                    <a:pt x="2388133" y="37172"/>
                  </a:lnTo>
                  <a:lnTo>
                    <a:pt x="2390381" y="38100"/>
                  </a:lnTo>
                  <a:lnTo>
                    <a:pt x="2452852" y="38100"/>
                  </a:lnTo>
                  <a:lnTo>
                    <a:pt x="2455100" y="37172"/>
                  </a:lnTo>
                  <a:lnTo>
                    <a:pt x="2458821" y="33451"/>
                  </a:lnTo>
                  <a:lnTo>
                    <a:pt x="2459761" y="31216"/>
                  </a:lnTo>
                  <a:lnTo>
                    <a:pt x="2459761" y="25946"/>
                  </a:lnTo>
                  <a:close/>
                </a:path>
                <a:path w="2686684" h="57150">
                  <a:moveTo>
                    <a:pt x="2555100" y="25946"/>
                  </a:moveTo>
                  <a:lnTo>
                    <a:pt x="2554160" y="23710"/>
                  </a:lnTo>
                  <a:lnTo>
                    <a:pt x="2550439" y="19989"/>
                  </a:lnTo>
                  <a:lnTo>
                    <a:pt x="2548191" y="19050"/>
                  </a:lnTo>
                  <a:lnTo>
                    <a:pt x="2485720" y="19050"/>
                  </a:lnTo>
                  <a:lnTo>
                    <a:pt x="2483485" y="19989"/>
                  </a:lnTo>
                  <a:lnTo>
                    <a:pt x="2479751" y="23710"/>
                  </a:lnTo>
                  <a:lnTo>
                    <a:pt x="2478824" y="25946"/>
                  </a:lnTo>
                  <a:lnTo>
                    <a:pt x="2478824" y="31216"/>
                  </a:lnTo>
                  <a:lnTo>
                    <a:pt x="2479751" y="33451"/>
                  </a:lnTo>
                  <a:lnTo>
                    <a:pt x="2483485" y="37172"/>
                  </a:lnTo>
                  <a:lnTo>
                    <a:pt x="2485720" y="38100"/>
                  </a:lnTo>
                  <a:lnTo>
                    <a:pt x="2548191" y="38100"/>
                  </a:lnTo>
                  <a:lnTo>
                    <a:pt x="2550439" y="37172"/>
                  </a:lnTo>
                  <a:lnTo>
                    <a:pt x="2554160" y="33451"/>
                  </a:lnTo>
                  <a:lnTo>
                    <a:pt x="2555100" y="31216"/>
                  </a:lnTo>
                  <a:lnTo>
                    <a:pt x="2555100" y="25946"/>
                  </a:lnTo>
                  <a:close/>
                </a:path>
                <a:path w="2686684" h="57150">
                  <a:moveTo>
                    <a:pt x="2686075" y="28575"/>
                  </a:moveTo>
                  <a:lnTo>
                    <a:pt x="2647937" y="0"/>
                  </a:lnTo>
                  <a:lnTo>
                    <a:pt x="2647937" y="25946"/>
                  </a:lnTo>
                  <a:lnTo>
                    <a:pt x="2647010" y="23710"/>
                  </a:lnTo>
                  <a:lnTo>
                    <a:pt x="2643289" y="19989"/>
                  </a:lnTo>
                  <a:lnTo>
                    <a:pt x="2641041" y="19050"/>
                  </a:lnTo>
                  <a:lnTo>
                    <a:pt x="2581071" y="19050"/>
                  </a:lnTo>
                  <a:lnTo>
                    <a:pt x="2578824" y="19989"/>
                  </a:lnTo>
                  <a:lnTo>
                    <a:pt x="2575090" y="23710"/>
                  </a:lnTo>
                  <a:lnTo>
                    <a:pt x="2574163" y="25946"/>
                  </a:lnTo>
                  <a:lnTo>
                    <a:pt x="2574163" y="31216"/>
                  </a:lnTo>
                  <a:lnTo>
                    <a:pt x="2575090" y="33451"/>
                  </a:lnTo>
                  <a:lnTo>
                    <a:pt x="2578824" y="37172"/>
                  </a:lnTo>
                  <a:lnTo>
                    <a:pt x="2581071" y="38100"/>
                  </a:lnTo>
                  <a:lnTo>
                    <a:pt x="2641041" y="38100"/>
                  </a:lnTo>
                  <a:lnTo>
                    <a:pt x="2643289" y="37172"/>
                  </a:lnTo>
                  <a:lnTo>
                    <a:pt x="2647010" y="33451"/>
                  </a:lnTo>
                  <a:lnTo>
                    <a:pt x="2647937" y="31216"/>
                  </a:lnTo>
                  <a:lnTo>
                    <a:pt x="2647937" y="57150"/>
                  </a:lnTo>
                  <a:lnTo>
                    <a:pt x="2686075" y="28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3011895" y="6355421"/>
              <a:ext cx="38735" cy="57150"/>
            </a:xfrm>
            <a:custGeom>
              <a:avLst/>
              <a:gdLst/>
              <a:ahLst/>
              <a:cxnLst/>
              <a:rect l="l" t="t" r="r" b="b"/>
              <a:pathLst>
                <a:path w="38734" h="57150">
                  <a:moveTo>
                    <a:pt x="0" y="0"/>
                  </a:moveTo>
                  <a:lnTo>
                    <a:pt x="38135" y="28574"/>
                  </a:lnTo>
                  <a:lnTo>
                    <a:pt x="0" y="57149"/>
                  </a:lnTo>
                  <a:lnTo>
                    <a:pt x="0" y="0"/>
                  </a:lnTo>
                  <a:close/>
                </a:path>
              </a:pathLst>
            </a:custGeom>
            <a:ln w="190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016000" y="981477"/>
            <a:ext cx="3230880" cy="1334770"/>
          </a:xfrm>
          <a:prstGeom prst="rect"/>
        </p:spPr>
        <p:txBody>
          <a:bodyPr wrap="square" lIns="0" tIns="216535" rIns="0" bIns="0" rtlCol="0" vert="horz">
            <a:spAutoFit/>
          </a:bodyPr>
          <a:lstStyle/>
          <a:p>
            <a:pPr marL="12700" marR="5080">
              <a:lnSpc>
                <a:spcPct val="73200"/>
              </a:lnSpc>
              <a:spcBef>
                <a:spcPts val="1705"/>
              </a:spcBef>
            </a:pPr>
            <a:r>
              <a:rPr dirty="0" sz="4950" spc="200"/>
              <a:t>Detailed </a:t>
            </a:r>
            <a:r>
              <a:rPr dirty="0" sz="4950" spc="204"/>
              <a:t> </a:t>
            </a:r>
            <a:r>
              <a:rPr dirty="0" sz="4950" spc="385"/>
              <a:t>O</a:t>
            </a:r>
            <a:r>
              <a:rPr dirty="0" sz="4950" spc="210"/>
              <a:t>v</a:t>
            </a:r>
            <a:r>
              <a:rPr dirty="0" sz="4950" spc="240"/>
              <a:t>e</a:t>
            </a:r>
            <a:r>
              <a:rPr dirty="0" sz="4950" spc="50"/>
              <a:t>r</a:t>
            </a:r>
            <a:r>
              <a:rPr dirty="0" sz="4950" spc="210"/>
              <a:t>v</a:t>
            </a:r>
            <a:r>
              <a:rPr dirty="0" sz="4950" spc="60"/>
              <a:t>i</a:t>
            </a:r>
            <a:r>
              <a:rPr dirty="0" sz="4950" spc="240"/>
              <a:t>e</a:t>
            </a:r>
            <a:r>
              <a:rPr dirty="0" sz="4950" spc="340"/>
              <a:t>w</a:t>
            </a:r>
            <a:endParaRPr sz="4950"/>
          </a:p>
        </p:txBody>
      </p:sp>
      <p:sp>
        <p:nvSpPr>
          <p:cNvPr id="15" name="object 15"/>
          <p:cNvSpPr txBox="1"/>
          <p:nvPr/>
        </p:nvSpPr>
        <p:spPr>
          <a:xfrm>
            <a:off x="5121792" y="918203"/>
            <a:ext cx="7431405" cy="1511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>
              <a:lnSpc>
                <a:spcPct val="116100"/>
              </a:lnSpc>
              <a:spcBef>
                <a:spcPts val="100"/>
              </a:spcBef>
            </a:pPr>
            <a:r>
              <a:rPr dirty="0" sz="2800" spc="-125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2800" spc="114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dirty="0" sz="2800" spc="15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800" spc="-95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dirty="0" sz="2800" spc="2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8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-35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2800" spc="-8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dirty="0" sz="2800" spc="2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8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25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2800" spc="114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dirty="0" sz="2800" spc="2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8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25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2800" spc="114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dirty="0" sz="2800" spc="-8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dirty="0" sz="2800" spc="15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800" spc="2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8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24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dirty="0" sz="2800" spc="-35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2800" spc="-2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dirty="0" sz="2800" spc="12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dirty="0" sz="28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25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2800" spc="5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dirty="0" sz="2800" spc="145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dirty="0" sz="2800" spc="-2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dirty="0" sz="2800" spc="11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dirty="0" sz="2800" spc="-9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dirty="0" sz="28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160">
                <a:solidFill>
                  <a:srgbClr val="FFFFFF"/>
                </a:solidFill>
                <a:latin typeface="Verdana"/>
                <a:cs typeface="Verdana"/>
              </a:rPr>
              <a:t>w</a:t>
            </a:r>
            <a:r>
              <a:rPr dirty="0" sz="2800" spc="2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8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11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dirty="0" sz="2800" spc="114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dirty="0" sz="2800" spc="5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dirty="0" sz="2800" spc="-95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dirty="0" sz="2800" spc="15">
                <a:solidFill>
                  <a:srgbClr val="FFFFFF"/>
                </a:solidFill>
                <a:latin typeface="Verdana"/>
                <a:cs typeface="Verdana"/>
              </a:rPr>
              <a:t>e  </a:t>
            </a:r>
            <a:r>
              <a:rPr dirty="0" sz="2800" spc="25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2800" spc="55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dirty="0" sz="28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-4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dirty="0" sz="2800" spc="5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dirty="0" sz="2800" spc="11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dirty="0" sz="2800" spc="105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dirty="0" sz="2800" spc="-9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dirty="0" sz="28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5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dirty="0" sz="2800" spc="114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dirty="0" sz="2800" spc="-425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dirty="0" sz="28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145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dirty="0" sz="2800" spc="-14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dirty="0" sz="28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-95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dirty="0" sz="2800" spc="15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800" spc="-35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2800" spc="-8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dirty="0" sz="2800" spc="11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dirty="0" sz="2800" spc="114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dirty="0" sz="2800" spc="-2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dirty="0" sz="2800" spc="114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dirty="0" sz="2800" spc="175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dirty="0" sz="28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-4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dirty="0" sz="2800" spc="5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dirty="0" sz="2800" spc="-75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dirty="0" sz="28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145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dirty="0" sz="2800" spc="-35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2800" spc="25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2800" spc="-35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2800" spc="-95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dirty="0" sz="2800" spc="15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800" spc="25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2800" spc="-9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dirty="0" sz="28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-35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2800" spc="114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dirty="0" sz="2800" spc="105">
                <a:solidFill>
                  <a:srgbClr val="FFFFFF"/>
                </a:solidFill>
                <a:latin typeface="Verdana"/>
                <a:cs typeface="Verdana"/>
              </a:rPr>
              <a:t>d  </a:t>
            </a:r>
            <a:r>
              <a:rPr dirty="0" sz="2800" spc="-40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dirty="0" sz="2800" spc="-2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dirty="0" sz="2800" spc="114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dirty="0" sz="2800" spc="145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dirty="0" sz="2800" spc="-2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dirty="0" sz="2800" spc="114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dirty="0" sz="2800" spc="175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dirty="0" sz="28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-95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dirty="0" sz="2800" spc="25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2800" spc="-35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2800" spc="25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2800" spc="-2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dirty="0" sz="2800" spc="-95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dirty="0" sz="2800" spc="25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2800" spc="-2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dirty="0" sz="2800" spc="11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dirty="0" sz="2800" spc="-9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dirty="0" sz="28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-35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2800" spc="145">
                <a:solidFill>
                  <a:srgbClr val="FFFFFF"/>
                </a:solidFill>
                <a:latin typeface="Verdana"/>
                <a:cs typeface="Verdana"/>
              </a:rPr>
              <a:t>b</a:t>
            </a:r>
            <a:r>
              <a:rPr dirty="0" sz="2800" spc="5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dirty="0" sz="2800" spc="105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dirty="0" sz="2800" spc="3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28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800" spc="25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2800" spc="114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dirty="0" sz="2800" spc="15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800" spc="24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dirty="0" sz="2800" spc="-425">
                <a:solidFill>
                  <a:srgbClr val="FFFFFF"/>
                </a:solidFill>
                <a:latin typeface="Verdana"/>
                <a:cs typeface="Verdana"/>
              </a:rPr>
              <a:t>.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86691" y="0"/>
            <a:ext cx="1523999" cy="144573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853363" y="5598047"/>
            <a:ext cx="1434636" cy="200977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5725869"/>
            <a:ext cx="1388771" cy="20097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028701"/>
            <a:ext cx="8896350" cy="9258300"/>
            <a:chOff x="0" y="1028701"/>
            <a:chExt cx="8896350" cy="9258300"/>
          </a:xfrm>
        </p:grpSpPr>
        <p:sp>
          <p:nvSpPr>
            <p:cNvPr id="3" name="object 3"/>
            <p:cNvSpPr/>
            <p:nvPr/>
          </p:nvSpPr>
          <p:spPr>
            <a:xfrm>
              <a:off x="0" y="1028701"/>
              <a:ext cx="8896350" cy="9258300"/>
            </a:xfrm>
            <a:custGeom>
              <a:avLst/>
              <a:gdLst/>
              <a:ahLst/>
              <a:cxnLst/>
              <a:rect l="l" t="t" r="r" b="b"/>
              <a:pathLst>
                <a:path w="8896350" h="9258300">
                  <a:moveTo>
                    <a:pt x="8896349" y="9258299"/>
                  </a:moveTo>
                  <a:lnTo>
                    <a:pt x="0" y="9258299"/>
                  </a:lnTo>
                  <a:lnTo>
                    <a:pt x="0" y="0"/>
                  </a:lnTo>
                  <a:lnTo>
                    <a:pt x="8896349" y="0"/>
                  </a:lnTo>
                  <a:lnTo>
                    <a:pt x="8896349" y="9258299"/>
                  </a:lnTo>
                  <a:close/>
                </a:path>
              </a:pathLst>
            </a:custGeom>
            <a:solidFill>
              <a:srgbClr val="4A641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7841315"/>
              <a:ext cx="2847826" cy="2445684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8894243" y="1"/>
            <a:ext cx="9394190" cy="5142865"/>
            <a:chOff x="8894243" y="1"/>
            <a:chExt cx="9394190" cy="514286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440038" y="1"/>
              <a:ext cx="2847961" cy="244554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94243" y="437218"/>
              <a:ext cx="9391649" cy="4705349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93696" y="2178733"/>
            <a:ext cx="3899535" cy="1601470"/>
          </a:xfrm>
          <a:prstGeom prst="rect"/>
        </p:spPr>
        <p:txBody>
          <a:bodyPr wrap="square" lIns="0" tIns="254635" rIns="0" bIns="0" rtlCol="0" vert="horz">
            <a:spAutoFit/>
          </a:bodyPr>
          <a:lstStyle/>
          <a:p>
            <a:pPr marL="12700" marR="5080">
              <a:lnSpc>
                <a:spcPct val="73500"/>
              </a:lnSpc>
              <a:spcBef>
                <a:spcPts val="2005"/>
              </a:spcBef>
            </a:pPr>
            <a:r>
              <a:rPr dirty="0" sz="5950" spc="260">
                <a:solidFill>
                  <a:srgbClr val="F9B80C"/>
                </a:solidFill>
              </a:rPr>
              <a:t>Online </a:t>
            </a:r>
            <a:r>
              <a:rPr dirty="0" sz="5950" spc="265">
                <a:solidFill>
                  <a:srgbClr val="F9B80C"/>
                </a:solidFill>
              </a:rPr>
              <a:t> </a:t>
            </a:r>
            <a:r>
              <a:rPr dirty="0" sz="5950" spc="85">
                <a:solidFill>
                  <a:srgbClr val="F9B80C"/>
                </a:solidFill>
              </a:rPr>
              <a:t>S</a:t>
            </a:r>
            <a:r>
              <a:rPr dirty="0" sz="5950" spc="335">
                <a:solidFill>
                  <a:srgbClr val="F9B80C"/>
                </a:solidFill>
              </a:rPr>
              <a:t>h</a:t>
            </a:r>
            <a:r>
              <a:rPr dirty="0" sz="5950" spc="295">
                <a:solidFill>
                  <a:srgbClr val="F9B80C"/>
                </a:solidFill>
              </a:rPr>
              <a:t>o</a:t>
            </a:r>
            <a:r>
              <a:rPr dirty="0" sz="5950" spc="395">
                <a:solidFill>
                  <a:srgbClr val="F9B80C"/>
                </a:solidFill>
              </a:rPr>
              <a:t>pp</a:t>
            </a:r>
            <a:r>
              <a:rPr dirty="0" sz="5950" spc="65">
                <a:solidFill>
                  <a:srgbClr val="F9B80C"/>
                </a:solidFill>
              </a:rPr>
              <a:t>i</a:t>
            </a:r>
            <a:r>
              <a:rPr dirty="0" sz="5950" spc="335">
                <a:solidFill>
                  <a:srgbClr val="F9B80C"/>
                </a:solidFill>
              </a:rPr>
              <a:t>n</a:t>
            </a:r>
            <a:r>
              <a:rPr dirty="0" sz="5950" spc="459">
                <a:solidFill>
                  <a:srgbClr val="F9B80C"/>
                </a:solidFill>
              </a:rPr>
              <a:t>g</a:t>
            </a:r>
            <a:endParaRPr sz="5950"/>
          </a:p>
        </p:txBody>
      </p:sp>
      <p:grpSp>
        <p:nvGrpSpPr>
          <p:cNvPr id="9" name="object 9"/>
          <p:cNvGrpSpPr/>
          <p:nvPr/>
        </p:nvGrpSpPr>
        <p:grpSpPr>
          <a:xfrm>
            <a:off x="9751218" y="5432983"/>
            <a:ext cx="7677150" cy="4854575"/>
            <a:chOff x="9751218" y="5432983"/>
            <a:chExt cx="7677150" cy="4854575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739346" y="8733625"/>
              <a:ext cx="1523999" cy="15533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51218" y="5432983"/>
              <a:ext cx="7677149" cy="4654538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425148" y="675727"/>
            <a:ext cx="1523999" cy="177164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757263" y="4723681"/>
            <a:ext cx="7107555" cy="20828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2065" marR="5080">
              <a:lnSpc>
                <a:spcPct val="116399"/>
              </a:lnSpc>
              <a:spcBef>
                <a:spcPts val="90"/>
              </a:spcBef>
            </a:pPr>
            <a:r>
              <a:rPr dirty="0" sz="2900" spc="380">
                <a:solidFill>
                  <a:srgbClr val="FFFFFF"/>
                </a:solidFill>
                <a:latin typeface="Verdana"/>
                <a:cs typeface="Verdana"/>
              </a:rPr>
              <a:t>W</a:t>
            </a:r>
            <a:r>
              <a:rPr dirty="0" sz="2900" spc="4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9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900" spc="13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dirty="0" sz="2900" spc="-7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dirty="0" sz="2900" spc="35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900" spc="-2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2900" spc="4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2900" spc="35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900" spc="175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dirty="0" sz="29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900" spc="-15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29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900" spc="-85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dirty="0" sz="2900" spc="13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dirty="0" sz="2900" spc="-7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dirty="0" sz="2900" spc="-135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dirty="0" sz="2900" spc="35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900" spc="-13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dirty="0" sz="29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900" spc="-2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2900" spc="14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dirty="0" sz="2900" spc="175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dirty="0" sz="29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900" spc="-2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2900" spc="-85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dirty="0" sz="2900" spc="35">
                <a:solidFill>
                  <a:srgbClr val="FFFFFF"/>
                </a:solidFill>
                <a:latin typeface="Verdana"/>
                <a:cs typeface="Verdana"/>
              </a:rPr>
              <a:t>k</a:t>
            </a:r>
            <a:r>
              <a:rPr dirty="0" sz="2900" spc="35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900" spc="175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dirty="0" sz="29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900" spc="-20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r>
              <a:rPr dirty="0" sz="2900" spc="65">
                <a:solidFill>
                  <a:srgbClr val="FFFFFF"/>
                </a:solidFill>
                <a:latin typeface="Verdana"/>
                <a:cs typeface="Verdana"/>
              </a:rPr>
              <a:t>0  </a:t>
            </a:r>
            <a:r>
              <a:rPr dirty="0" sz="2900" spc="17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dirty="0" sz="2900" spc="35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900" spc="7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dirty="0" sz="2900" spc="17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dirty="0" sz="2900" spc="-15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dirty="0" sz="2900" spc="4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9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900" spc="-2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2900" spc="-7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dirty="0" sz="2900" spc="7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dirty="0" sz="2900" spc="13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dirty="0" sz="2900" spc="14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dirty="0" sz="2900" spc="175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dirty="0" sz="29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900" spc="4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2900" spc="140">
                <a:solidFill>
                  <a:srgbClr val="FFFFFF"/>
                </a:solidFill>
                <a:latin typeface="Verdana"/>
                <a:cs typeface="Verdana"/>
              </a:rPr>
              <a:t>h</a:t>
            </a:r>
            <a:r>
              <a:rPr dirty="0" sz="2900" spc="4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9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900" spc="195">
                <a:solidFill>
                  <a:srgbClr val="FFFFFF"/>
                </a:solidFill>
                <a:latin typeface="Verdana"/>
                <a:cs typeface="Verdana"/>
              </a:rPr>
              <a:t>w</a:t>
            </a:r>
            <a:r>
              <a:rPr dirty="0" sz="2900" spc="7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dirty="0" sz="2900" spc="-7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dirty="0" sz="2900" spc="-15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dirty="0" sz="2900" spc="175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dirty="0" sz="29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900" spc="-35">
                <a:solidFill>
                  <a:srgbClr val="FFFFFF"/>
                </a:solidFill>
                <a:latin typeface="Verdana"/>
                <a:cs typeface="Verdana"/>
              </a:rPr>
              <a:t>f</a:t>
            </a:r>
            <a:r>
              <a:rPr dirty="0" sz="2900" spc="-7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dirty="0" sz="2900" spc="7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dirty="0" sz="2900" spc="165">
                <a:solidFill>
                  <a:srgbClr val="FFFFFF"/>
                </a:solidFill>
                <a:latin typeface="Verdana"/>
                <a:cs typeface="Verdana"/>
              </a:rPr>
              <a:t>m  </a:t>
            </a:r>
            <a:r>
              <a:rPr dirty="0" sz="2900" spc="17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dirty="0" sz="2900" spc="-15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dirty="0" sz="2900" spc="-35">
                <a:solidFill>
                  <a:srgbClr val="FFFFFF"/>
                </a:solidFill>
                <a:latin typeface="Verdana"/>
                <a:cs typeface="Verdana"/>
              </a:rPr>
              <a:t>ff</a:t>
            </a:r>
            <a:r>
              <a:rPr dirty="0" sz="2900" spc="35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900" spc="-7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dirty="0" sz="2900" spc="35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900" spc="14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dirty="0" sz="2900" spc="45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29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900" spc="35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900" spc="4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2900" spc="140">
                <a:solidFill>
                  <a:srgbClr val="FFFFFF"/>
                </a:solidFill>
                <a:latin typeface="Verdana"/>
                <a:cs typeface="Verdana"/>
              </a:rPr>
              <a:t>hn</a:t>
            </a:r>
            <a:r>
              <a:rPr dirty="0" sz="2900" spc="-15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dirty="0" sz="2900" spc="13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dirty="0" sz="2900" spc="-85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dirty="0" sz="2900" spc="-434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dirty="0" sz="29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900" spc="-2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2900" spc="195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dirty="0" sz="2900" spc="4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9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900" spc="-2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2900" spc="14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dirty="0" sz="2900" spc="175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dirty="0" sz="29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900" spc="35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900" spc="17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dirty="0" sz="2900" spc="13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dirty="0" sz="2900" spc="13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dirty="0" sz="2900" spc="-2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2900" spc="4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2900" spc="-15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dirty="0" sz="2900" spc="7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dirty="0" sz="2900" spc="140">
                <a:solidFill>
                  <a:srgbClr val="FFFFFF"/>
                </a:solidFill>
                <a:latin typeface="Verdana"/>
                <a:cs typeface="Verdana"/>
              </a:rPr>
              <a:t>n</a:t>
            </a:r>
            <a:r>
              <a:rPr dirty="0" sz="2900" spc="-2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dirty="0" sz="2900" spc="-10">
                <a:solidFill>
                  <a:srgbClr val="FFFFFF"/>
                </a:solidFill>
                <a:latin typeface="Verdana"/>
                <a:cs typeface="Verdana"/>
              </a:rPr>
              <a:t>l  </a:t>
            </a:r>
            <a:r>
              <a:rPr dirty="0" sz="2900" spc="-15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dirty="0" sz="2900" spc="35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900" spc="-135">
                <a:solidFill>
                  <a:srgbClr val="FFFFFF"/>
                </a:solidFill>
                <a:latin typeface="Verdana"/>
                <a:cs typeface="Verdana"/>
              </a:rPr>
              <a:t>v</a:t>
            </a:r>
            <a:r>
              <a:rPr dirty="0" sz="2900" spc="35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900" spc="-1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dirty="0" sz="29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900" spc="195">
                <a:solidFill>
                  <a:srgbClr val="FFFFFF"/>
                </a:solidFill>
                <a:latin typeface="Verdana"/>
                <a:cs typeface="Verdana"/>
              </a:rPr>
              <a:t>g</a:t>
            </a:r>
            <a:r>
              <a:rPr dirty="0" sz="2900" spc="-70">
                <a:solidFill>
                  <a:srgbClr val="FFFFFF"/>
                </a:solidFill>
                <a:latin typeface="Verdana"/>
                <a:cs typeface="Verdana"/>
              </a:rPr>
              <a:t>r</a:t>
            </a:r>
            <a:r>
              <a:rPr dirty="0" sz="2900" spc="7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dirty="0" sz="2900" spc="130">
                <a:solidFill>
                  <a:srgbClr val="FFFFFF"/>
                </a:solidFill>
                <a:latin typeface="Verdana"/>
                <a:cs typeface="Verdana"/>
              </a:rPr>
              <a:t>u</a:t>
            </a:r>
            <a:r>
              <a:rPr dirty="0" sz="2900" spc="17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dirty="0" sz="2900" spc="-8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dirty="0" sz="29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900" spc="4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2900" spc="75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dirty="0" sz="29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900" spc="130">
                <a:solidFill>
                  <a:srgbClr val="FFFFFF"/>
                </a:solidFill>
                <a:latin typeface="Verdana"/>
                <a:cs typeface="Verdana"/>
              </a:rPr>
              <a:t>c</a:t>
            </a:r>
            <a:r>
              <a:rPr dirty="0" sz="2900" spc="70">
                <a:solidFill>
                  <a:srgbClr val="FFFFFF"/>
                </a:solidFill>
                <a:latin typeface="Verdana"/>
                <a:cs typeface="Verdana"/>
              </a:rPr>
              <a:t>o</a:t>
            </a:r>
            <a:r>
              <a:rPr dirty="0" sz="2900" spc="280">
                <a:solidFill>
                  <a:srgbClr val="FFFFFF"/>
                </a:solidFill>
                <a:latin typeface="Verdana"/>
                <a:cs typeface="Verdana"/>
              </a:rPr>
              <a:t>m</a:t>
            </a:r>
            <a:r>
              <a:rPr dirty="0" sz="2900" spc="170">
                <a:solidFill>
                  <a:srgbClr val="FFFFFF"/>
                </a:solidFill>
                <a:latin typeface="Verdana"/>
                <a:cs typeface="Verdana"/>
              </a:rPr>
              <a:t>p</a:t>
            </a:r>
            <a:r>
              <a:rPr dirty="0" sz="2900" spc="-15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dirty="0" sz="2900" spc="35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900" spc="40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r>
              <a:rPr dirty="0" sz="2900" spc="4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dirty="0" sz="2900" spc="-254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2900" spc="-15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dirty="0" sz="2900" spc="45">
                <a:solidFill>
                  <a:srgbClr val="FFFFFF"/>
                </a:solidFill>
                <a:latin typeface="Verdana"/>
                <a:cs typeface="Verdana"/>
              </a:rPr>
              <a:t>t</a:t>
            </a:r>
            <a:endParaRPr sz="2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7151" y="5144110"/>
            <a:ext cx="8371123" cy="486041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58714" y="0"/>
            <a:ext cx="8191234" cy="484822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0778880" y="937209"/>
            <a:ext cx="7467600" cy="3600450"/>
          </a:xfrm>
          <a:custGeom>
            <a:avLst/>
            <a:gdLst/>
            <a:ahLst/>
            <a:cxnLst/>
            <a:rect l="l" t="t" r="r" b="b"/>
            <a:pathLst>
              <a:path w="7467600" h="3600450">
                <a:moveTo>
                  <a:pt x="7467599" y="3600449"/>
                </a:moveTo>
                <a:lnTo>
                  <a:pt x="0" y="3600449"/>
                </a:lnTo>
                <a:lnTo>
                  <a:pt x="0" y="0"/>
                </a:lnTo>
                <a:lnTo>
                  <a:pt x="7467599" y="0"/>
                </a:lnTo>
                <a:lnTo>
                  <a:pt x="7467599" y="3600449"/>
                </a:lnTo>
                <a:close/>
              </a:path>
            </a:pathLst>
          </a:custGeom>
          <a:solidFill>
            <a:srgbClr val="79A2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147048" y="1526230"/>
            <a:ext cx="6727825" cy="225425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>
              <a:lnSpc>
                <a:spcPct val="116100"/>
              </a:lnSpc>
              <a:spcBef>
                <a:spcPts val="95"/>
              </a:spcBef>
            </a:pPr>
            <a:r>
              <a:rPr dirty="0" sz="4200" spc="-285" b="0">
                <a:solidFill>
                  <a:srgbClr val="000000"/>
                </a:solidFill>
                <a:latin typeface="Verdana"/>
                <a:cs typeface="Verdana"/>
              </a:rPr>
              <a:t>S</a:t>
            </a:r>
            <a:r>
              <a:rPr dirty="0" sz="4200" spc="175" b="0">
                <a:solidFill>
                  <a:srgbClr val="000000"/>
                </a:solidFill>
                <a:latin typeface="Verdana"/>
                <a:cs typeface="Verdana"/>
              </a:rPr>
              <a:t>u</a:t>
            </a:r>
            <a:r>
              <a:rPr dirty="0" sz="4200" spc="-110" b="0">
                <a:solidFill>
                  <a:srgbClr val="000000"/>
                </a:solidFill>
                <a:latin typeface="Verdana"/>
                <a:cs typeface="Verdana"/>
              </a:rPr>
              <a:t>r</a:t>
            </a:r>
            <a:r>
              <a:rPr dirty="0" sz="4200" spc="-204" b="0">
                <a:solidFill>
                  <a:srgbClr val="000000"/>
                </a:solidFill>
                <a:latin typeface="Verdana"/>
                <a:cs typeface="Verdana"/>
              </a:rPr>
              <a:t>v</a:t>
            </a:r>
            <a:r>
              <a:rPr dirty="0" sz="4200" spc="40" b="0">
                <a:solidFill>
                  <a:srgbClr val="000000"/>
                </a:solidFill>
                <a:latin typeface="Verdana"/>
                <a:cs typeface="Verdana"/>
              </a:rPr>
              <a:t>e</a:t>
            </a:r>
            <a:r>
              <a:rPr dirty="0" sz="4200" spc="-200" b="0">
                <a:solidFill>
                  <a:srgbClr val="000000"/>
                </a:solidFill>
                <a:latin typeface="Verdana"/>
                <a:cs typeface="Verdana"/>
              </a:rPr>
              <a:t>y</a:t>
            </a:r>
            <a:r>
              <a:rPr dirty="0" sz="4200" spc="-375" b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4200" spc="-110" b="0">
                <a:solidFill>
                  <a:srgbClr val="000000"/>
                </a:solidFill>
                <a:latin typeface="Verdana"/>
                <a:cs typeface="Verdana"/>
              </a:rPr>
              <a:t>r</a:t>
            </a:r>
            <a:r>
              <a:rPr dirty="0" sz="4200" spc="40" b="0">
                <a:solidFill>
                  <a:srgbClr val="000000"/>
                </a:solidFill>
                <a:latin typeface="Verdana"/>
                <a:cs typeface="Verdana"/>
              </a:rPr>
              <a:t>e</a:t>
            </a:r>
            <a:r>
              <a:rPr dirty="0" sz="4200" spc="-135" b="0">
                <a:solidFill>
                  <a:srgbClr val="000000"/>
                </a:solidFill>
                <a:latin typeface="Verdana"/>
                <a:cs typeface="Verdana"/>
              </a:rPr>
              <a:t>s</a:t>
            </a:r>
            <a:r>
              <a:rPr dirty="0" sz="4200" spc="175" b="0">
                <a:solidFill>
                  <a:srgbClr val="000000"/>
                </a:solidFill>
                <a:latin typeface="Verdana"/>
                <a:cs typeface="Verdana"/>
              </a:rPr>
              <a:t>u</a:t>
            </a:r>
            <a:r>
              <a:rPr dirty="0" sz="4200" spc="-25" b="0">
                <a:solidFill>
                  <a:srgbClr val="000000"/>
                </a:solidFill>
                <a:latin typeface="Verdana"/>
                <a:cs typeface="Verdana"/>
              </a:rPr>
              <a:t>l</a:t>
            </a:r>
            <a:r>
              <a:rPr dirty="0" sz="4200" spc="50" b="0">
                <a:solidFill>
                  <a:srgbClr val="000000"/>
                </a:solidFill>
                <a:latin typeface="Verdana"/>
                <a:cs typeface="Verdana"/>
              </a:rPr>
              <a:t>t</a:t>
            </a:r>
            <a:r>
              <a:rPr dirty="0" sz="4200" spc="-130" b="0">
                <a:solidFill>
                  <a:srgbClr val="000000"/>
                </a:solidFill>
                <a:latin typeface="Verdana"/>
                <a:cs typeface="Verdana"/>
              </a:rPr>
              <a:t>s</a:t>
            </a:r>
            <a:r>
              <a:rPr dirty="0" sz="4200" spc="-375" b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4200" spc="235" b="0">
                <a:solidFill>
                  <a:srgbClr val="000000"/>
                </a:solidFill>
                <a:latin typeface="Verdana"/>
                <a:cs typeface="Verdana"/>
              </a:rPr>
              <a:t>b</a:t>
            </a:r>
            <a:r>
              <a:rPr dirty="0" sz="4200" spc="-40" b="0">
                <a:solidFill>
                  <a:srgbClr val="000000"/>
                </a:solidFill>
                <a:latin typeface="Verdana"/>
                <a:cs typeface="Verdana"/>
              </a:rPr>
              <a:t>a</a:t>
            </a:r>
            <a:r>
              <a:rPr dirty="0" sz="4200" spc="-135" b="0">
                <a:solidFill>
                  <a:srgbClr val="000000"/>
                </a:solidFill>
                <a:latin typeface="Verdana"/>
                <a:cs typeface="Verdana"/>
              </a:rPr>
              <a:t>s</a:t>
            </a:r>
            <a:r>
              <a:rPr dirty="0" sz="4200" spc="40" b="0">
                <a:solidFill>
                  <a:srgbClr val="000000"/>
                </a:solidFill>
                <a:latin typeface="Verdana"/>
                <a:cs typeface="Verdana"/>
              </a:rPr>
              <a:t>e</a:t>
            </a:r>
            <a:r>
              <a:rPr dirty="0" sz="4200" spc="240" b="0">
                <a:solidFill>
                  <a:srgbClr val="000000"/>
                </a:solidFill>
                <a:latin typeface="Verdana"/>
                <a:cs typeface="Verdana"/>
              </a:rPr>
              <a:t>d</a:t>
            </a:r>
            <a:r>
              <a:rPr dirty="0" sz="4200" spc="-375" b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4200" spc="90" b="0">
                <a:solidFill>
                  <a:srgbClr val="000000"/>
                </a:solidFill>
                <a:latin typeface="Verdana"/>
                <a:cs typeface="Verdana"/>
              </a:rPr>
              <a:t>o</a:t>
            </a:r>
            <a:r>
              <a:rPr dirty="0" sz="4200" spc="135" b="0">
                <a:solidFill>
                  <a:srgbClr val="000000"/>
                </a:solidFill>
                <a:latin typeface="Verdana"/>
                <a:cs typeface="Verdana"/>
              </a:rPr>
              <a:t>n  </a:t>
            </a:r>
            <a:r>
              <a:rPr dirty="0" sz="4200" spc="235" b="0">
                <a:solidFill>
                  <a:srgbClr val="000000"/>
                </a:solidFill>
                <a:latin typeface="Verdana"/>
                <a:cs typeface="Verdana"/>
              </a:rPr>
              <a:t>p</a:t>
            </a:r>
            <a:r>
              <a:rPr dirty="0" sz="4200" spc="-40" b="0">
                <a:solidFill>
                  <a:srgbClr val="000000"/>
                </a:solidFill>
                <a:latin typeface="Verdana"/>
                <a:cs typeface="Verdana"/>
              </a:rPr>
              <a:t>a</a:t>
            </a:r>
            <a:r>
              <a:rPr dirty="0" sz="4200" spc="-110" b="0">
                <a:solidFill>
                  <a:srgbClr val="000000"/>
                </a:solidFill>
                <a:latin typeface="Verdana"/>
                <a:cs typeface="Verdana"/>
              </a:rPr>
              <a:t>r</a:t>
            </a:r>
            <a:r>
              <a:rPr dirty="0" sz="4200" spc="50" b="0">
                <a:solidFill>
                  <a:srgbClr val="000000"/>
                </a:solidFill>
                <a:latin typeface="Verdana"/>
                <a:cs typeface="Verdana"/>
              </a:rPr>
              <a:t>t</a:t>
            </a:r>
            <a:r>
              <a:rPr dirty="0" sz="4200" spc="-25" b="0">
                <a:solidFill>
                  <a:srgbClr val="000000"/>
                </a:solidFill>
                <a:latin typeface="Verdana"/>
                <a:cs typeface="Verdana"/>
              </a:rPr>
              <a:t>i</a:t>
            </a:r>
            <a:r>
              <a:rPr dirty="0" sz="4200" spc="180" b="0">
                <a:solidFill>
                  <a:srgbClr val="000000"/>
                </a:solidFill>
                <a:latin typeface="Verdana"/>
                <a:cs typeface="Verdana"/>
              </a:rPr>
              <a:t>c</a:t>
            </a:r>
            <a:r>
              <a:rPr dirty="0" sz="4200" spc="-25" b="0">
                <a:solidFill>
                  <a:srgbClr val="000000"/>
                </a:solidFill>
                <a:latin typeface="Verdana"/>
                <a:cs typeface="Verdana"/>
              </a:rPr>
              <a:t>i</a:t>
            </a:r>
            <a:r>
              <a:rPr dirty="0" sz="4200" spc="235" b="0">
                <a:solidFill>
                  <a:srgbClr val="000000"/>
                </a:solidFill>
                <a:latin typeface="Verdana"/>
                <a:cs typeface="Verdana"/>
              </a:rPr>
              <a:t>p</a:t>
            </a:r>
            <a:r>
              <a:rPr dirty="0" sz="4200" spc="-40" b="0">
                <a:solidFill>
                  <a:srgbClr val="000000"/>
                </a:solidFill>
                <a:latin typeface="Verdana"/>
                <a:cs typeface="Verdana"/>
              </a:rPr>
              <a:t>a</a:t>
            </a:r>
            <a:r>
              <a:rPr dirty="0" sz="4200" spc="190" b="0">
                <a:solidFill>
                  <a:srgbClr val="000000"/>
                </a:solidFill>
                <a:latin typeface="Verdana"/>
                <a:cs typeface="Verdana"/>
              </a:rPr>
              <a:t>n</a:t>
            </a:r>
            <a:r>
              <a:rPr dirty="0" sz="4200" spc="50" b="0">
                <a:solidFill>
                  <a:srgbClr val="000000"/>
                </a:solidFill>
                <a:latin typeface="Verdana"/>
                <a:cs typeface="Verdana"/>
              </a:rPr>
              <a:t>t</a:t>
            </a:r>
            <a:r>
              <a:rPr dirty="0" sz="4200" spc="-285" b="0">
                <a:solidFill>
                  <a:srgbClr val="000000"/>
                </a:solidFill>
                <a:latin typeface="Verdana"/>
                <a:cs typeface="Verdana"/>
              </a:rPr>
              <a:t>'</a:t>
            </a:r>
            <a:r>
              <a:rPr dirty="0" sz="4200" spc="-130" b="0">
                <a:solidFill>
                  <a:srgbClr val="000000"/>
                </a:solidFill>
                <a:latin typeface="Verdana"/>
                <a:cs typeface="Verdana"/>
              </a:rPr>
              <a:t>s</a:t>
            </a:r>
            <a:r>
              <a:rPr dirty="0" sz="4200" spc="-375" b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4200" spc="-40" b="0">
                <a:solidFill>
                  <a:srgbClr val="000000"/>
                </a:solidFill>
                <a:latin typeface="Verdana"/>
                <a:cs typeface="Verdana"/>
              </a:rPr>
              <a:t>a</a:t>
            </a:r>
            <a:r>
              <a:rPr dirty="0" sz="4200" spc="270" b="0">
                <a:solidFill>
                  <a:srgbClr val="000000"/>
                </a:solidFill>
                <a:latin typeface="Verdana"/>
                <a:cs typeface="Verdana"/>
              </a:rPr>
              <a:t>g</a:t>
            </a:r>
            <a:r>
              <a:rPr dirty="0" sz="4200" spc="45" b="0">
                <a:solidFill>
                  <a:srgbClr val="000000"/>
                </a:solidFill>
                <a:latin typeface="Verdana"/>
                <a:cs typeface="Verdana"/>
              </a:rPr>
              <a:t>e</a:t>
            </a:r>
            <a:r>
              <a:rPr dirty="0" sz="4200" spc="-375" b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4200" spc="-40" b="0">
                <a:solidFill>
                  <a:srgbClr val="000000"/>
                </a:solidFill>
                <a:latin typeface="Verdana"/>
                <a:cs typeface="Verdana"/>
              </a:rPr>
              <a:t>a</a:t>
            </a:r>
            <a:r>
              <a:rPr dirty="0" sz="4200" spc="190" b="0">
                <a:solidFill>
                  <a:srgbClr val="000000"/>
                </a:solidFill>
                <a:latin typeface="Verdana"/>
                <a:cs typeface="Verdana"/>
              </a:rPr>
              <a:t>n</a:t>
            </a:r>
            <a:r>
              <a:rPr dirty="0" sz="4200" spc="240" b="0">
                <a:solidFill>
                  <a:srgbClr val="000000"/>
                </a:solidFill>
                <a:latin typeface="Verdana"/>
                <a:cs typeface="Verdana"/>
              </a:rPr>
              <a:t>d</a:t>
            </a:r>
            <a:r>
              <a:rPr dirty="0" sz="4200" spc="-375" b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4200" spc="50" b="0">
                <a:solidFill>
                  <a:srgbClr val="000000"/>
                </a:solidFill>
                <a:latin typeface="Verdana"/>
                <a:cs typeface="Verdana"/>
              </a:rPr>
              <a:t>t</a:t>
            </a:r>
            <a:r>
              <a:rPr dirty="0" sz="4200" spc="190" b="0">
                <a:solidFill>
                  <a:srgbClr val="000000"/>
                </a:solidFill>
                <a:latin typeface="Verdana"/>
                <a:cs typeface="Verdana"/>
              </a:rPr>
              <a:t>h</a:t>
            </a:r>
            <a:r>
              <a:rPr dirty="0" sz="4200" spc="30" b="0">
                <a:solidFill>
                  <a:srgbClr val="000000"/>
                </a:solidFill>
                <a:latin typeface="Verdana"/>
                <a:cs typeface="Verdana"/>
              </a:rPr>
              <a:t>e  </a:t>
            </a:r>
            <a:r>
              <a:rPr dirty="0" sz="4200" spc="-55" b="0">
                <a:solidFill>
                  <a:srgbClr val="000000"/>
                </a:solidFill>
                <a:latin typeface="Verdana"/>
                <a:cs typeface="Verdana"/>
              </a:rPr>
              <a:t>f</a:t>
            </a:r>
            <a:r>
              <a:rPr dirty="0" sz="4200" spc="-25" b="0">
                <a:solidFill>
                  <a:srgbClr val="000000"/>
                </a:solidFill>
                <a:latin typeface="Verdana"/>
                <a:cs typeface="Verdana"/>
              </a:rPr>
              <a:t>i</a:t>
            </a:r>
            <a:r>
              <a:rPr dirty="0" sz="4200" spc="40" b="0">
                <a:solidFill>
                  <a:srgbClr val="000000"/>
                </a:solidFill>
                <a:latin typeface="Verdana"/>
                <a:cs typeface="Verdana"/>
              </a:rPr>
              <a:t>e</a:t>
            </a:r>
            <a:r>
              <a:rPr dirty="0" sz="4200" spc="-25" b="0">
                <a:solidFill>
                  <a:srgbClr val="000000"/>
                </a:solidFill>
                <a:latin typeface="Verdana"/>
                <a:cs typeface="Verdana"/>
              </a:rPr>
              <a:t>l</a:t>
            </a:r>
            <a:r>
              <a:rPr dirty="0" sz="4200" spc="240" b="0">
                <a:solidFill>
                  <a:srgbClr val="000000"/>
                </a:solidFill>
                <a:latin typeface="Verdana"/>
                <a:cs typeface="Verdana"/>
              </a:rPr>
              <a:t>d</a:t>
            </a:r>
            <a:r>
              <a:rPr dirty="0" sz="4200" spc="-375" b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4200" spc="50" b="0">
                <a:solidFill>
                  <a:srgbClr val="000000"/>
                </a:solidFill>
                <a:latin typeface="Verdana"/>
                <a:cs typeface="Verdana"/>
              </a:rPr>
              <a:t>t</a:t>
            </a:r>
            <a:r>
              <a:rPr dirty="0" sz="4200" spc="190" b="0">
                <a:solidFill>
                  <a:srgbClr val="000000"/>
                </a:solidFill>
                <a:latin typeface="Verdana"/>
                <a:cs typeface="Verdana"/>
              </a:rPr>
              <a:t>h</a:t>
            </a:r>
            <a:r>
              <a:rPr dirty="0" sz="4200" spc="40" b="0">
                <a:solidFill>
                  <a:srgbClr val="000000"/>
                </a:solidFill>
                <a:latin typeface="Verdana"/>
                <a:cs typeface="Verdana"/>
              </a:rPr>
              <a:t>e</a:t>
            </a:r>
            <a:r>
              <a:rPr dirty="0" sz="4200" spc="-200" b="0">
                <a:solidFill>
                  <a:srgbClr val="000000"/>
                </a:solidFill>
                <a:latin typeface="Verdana"/>
                <a:cs typeface="Verdana"/>
              </a:rPr>
              <a:t>y</a:t>
            </a:r>
            <a:r>
              <a:rPr dirty="0" sz="4200" spc="-375" b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4200" spc="260" b="0">
                <a:solidFill>
                  <a:srgbClr val="000000"/>
                </a:solidFill>
                <a:latin typeface="Verdana"/>
                <a:cs typeface="Verdana"/>
              </a:rPr>
              <a:t>w</a:t>
            </a:r>
            <a:r>
              <a:rPr dirty="0" sz="4200" spc="90" b="0">
                <a:solidFill>
                  <a:srgbClr val="000000"/>
                </a:solidFill>
                <a:latin typeface="Verdana"/>
                <a:cs typeface="Verdana"/>
              </a:rPr>
              <a:t>o</a:t>
            </a:r>
            <a:r>
              <a:rPr dirty="0" sz="4200" spc="-110" b="0">
                <a:solidFill>
                  <a:srgbClr val="000000"/>
                </a:solidFill>
                <a:latin typeface="Verdana"/>
                <a:cs typeface="Verdana"/>
              </a:rPr>
              <a:t>r</a:t>
            </a:r>
            <a:r>
              <a:rPr dirty="0" sz="4200" spc="45" b="0">
                <a:solidFill>
                  <a:srgbClr val="000000"/>
                </a:solidFill>
                <a:latin typeface="Verdana"/>
                <a:cs typeface="Verdana"/>
              </a:rPr>
              <a:t>k</a:t>
            </a:r>
            <a:r>
              <a:rPr dirty="0" sz="4200" spc="-375" b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4200" spc="-25" b="0">
                <a:solidFill>
                  <a:srgbClr val="000000"/>
                </a:solidFill>
                <a:latin typeface="Verdana"/>
                <a:cs typeface="Verdana"/>
              </a:rPr>
              <a:t>i</a:t>
            </a:r>
            <a:r>
              <a:rPr dirty="0" sz="4200" spc="195" b="0">
                <a:solidFill>
                  <a:srgbClr val="000000"/>
                </a:solidFill>
                <a:latin typeface="Verdana"/>
                <a:cs typeface="Verdana"/>
              </a:rPr>
              <a:t>n</a:t>
            </a:r>
            <a:endParaRPr sz="4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11833"/>
            <a:ext cx="10077449" cy="970446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0648153" y="863825"/>
            <a:ext cx="6991350" cy="3629025"/>
          </a:xfrm>
          <a:custGeom>
            <a:avLst/>
            <a:gdLst/>
            <a:ahLst/>
            <a:cxnLst/>
            <a:rect l="l" t="t" r="r" b="b"/>
            <a:pathLst>
              <a:path w="6991350" h="3629025">
                <a:moveTo>
                  <a:pt x="6991349" y="3629024"/>
                </a:moveTo>
                <a:lnTo>
                  <a:pt x="0" y="3629024"/>
                </a:lnTo>
                <a:lnTo>
                  <a:pt x="0" y="0"/>
                </a:lnTo>
                <a:lnTo>
                  <a:pt x="6991349" y="0"/>
                </a:lnTo>
                <a:lnTo>
                  <a:pt x="6991349" y="3629024"/>
                </a:lnTo>
                <a:close/>
              </a:path>
            </a:pathLst>
          </a:custGeom>
          <a:solidFill>
            <a:srgbClr val="79A2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1656774" y="1837882"/>
            <a:ext cx="4973955" cy="15113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55575" marR="5080" indent="-143510">
              <a:lnSpc>
                <a:spcPct val="116100"/>
              </a:lnSpc>
              <a:spcBef>
                <a:spcPts val="95"/>
              </a:spcBef>
            </a:pPr>
            <a:r>
              <a:rPr dirty="0" sz="4200" spc="-500" b="0">
                <a:solidFill>
                  <a:srgbClr val="000000"/>
                </a:solidFill>
                <a:latin typeface="Verdana"/>
                <a:cs typeface="Verdana"/>
              </a:rPr>
              <a:t>I</a:t>
            </a:r>
            <a:r>
              <a:rPr dirty="0" sz="4200" spc="380" b="0">
                <a:solidFill>
                  <a:srgbClr val="000000"/>
                </a:solidFill>
                <a:latin typeface="Verdana"/>
                <a:cs typeface="Verdana"/>
              </a:rPr>
              <a:t>m</a:t>
            </a:r>
            <a:r>
              <a:rPr dirty="0" sz="4200" spc="235" b="0">
                <a:solidFill>
                  <a:srgbClr val="000000"/>
                </a:solidFill>
                <a:latin typeface="Verdana"/>
                <a:cs typeface="Verdana"/>
              </a:rPr>
              <a:t>p</a:t>
            </a:r>
            <a:r>
              <a:rPr dirty="0" sz="4200" spc="90" b="0">
                <a:solidFill>
                  <a:srgbClr val="000000"/>
                </a:solidFill>
                <a:latin typeface="Verdana"/>
                <a:cs typeface="Verdana"/>
              </a:rPr>
              <a:t>o</a:t>
            </a:r>
            <a:r>
              <a:rPr dirty="0" sz="4200" spc="-110" b="0">
                <a:solidFill>
                  <a:srgbClr val="000000"/>
                </a:solidFill>
                <a:latin typeface="Verdana"/>
                <a:cs typeface="Verdana"/>
              </a:rPr>
              <a:t>r</a:t>
            </a:r>
            <a:r>
              <a:rPr dirty="0" sz="4200" spc="50" b="0">
                <a:solidFill>
                  <a:srgbClr val="000000"/>
                </a:solidFill>
                <a:latin typeface="Verdana"/>
                <a:cs typeface="Verdana"/>
              </a:rPr>
              <a:t>t</a:t>
            </a:r>
            <a:r>
              <a:rPr dirty="0" sz="4200" spc="-40" b="0">
                <a:solidFill>
                  <a:srgbClr val="000000"/>
                </a:solidFill>
                <a:latin typeface="Verdana"/>
                <a:cs typeface="Verdana"/>
              </a:rPr>
              <a:t>a</a:t>
            </a:r>
            <a:r>
              <a:rPr dirty="0" sz="4200" spc="190" b="0">
                <a:solidFill>
                  <a:srgbClr val="000000"/>
                </a:solidFill>
                <a:latin typeface="Verdana"/>
                <a:cs typeface="Verdana"/>
              </a:rPr>
              <a:t>n</a:t>
            </a:r>
            <a:r>
              <a:rPr dirty="0" sz="4200" spc="180" b="0">
                <a:solidFill>
                  <a:srgbClr val="000000"/>
                </a:solidFill>
                <a:latin typeface="Verdana"/>
                <a:cs typeface="Verdana"/>
              </a:rPr>
              <a:t>c</a:t>
            </a:r>
            <a:r>
              <a:rPr dirty="0" sz="4200" spc="45" b="0">
                <a:solidFill>
                  <a:srgbClr val="000000"/>
                </a:solidFill>
                <a:latin typeface="Verdana"/>
                <a:cs typeface="Verdana"/>
              </a:rPr>
              <a:t>e</a:t>
            </a:r>
            <a:r>
              <a:rPr dirty="0" sz="4200" spc="-375" b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4200" spc="90" b="0">
                <a:solidFill>
                  <a:srgbClr val="000000"/>
                </a:solidFill>
                <a:latin typeface="Verdana"/>
                <a:cs typeface="Verdana"/>
              </a:rPr>
              <a:t>o</a:t>
            </a:r>
            <a:r>
              <a:rPr dirty="0" sz="4200" spc="-50" b="0">
                <a:solidFill>
                  <a:srgbClr val="000000"/>
                </a:solidFill>
                <a:latin typeface="Verdana"/>
                <a:cs typeface="Verdana"/>
              </a:rPr>
              <a:t>f</a:t>
            </a:r>
            <a:r>
              <a:rPr dirty="0" sz="4200" spc="-375" b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4200" spc="50" b="0">
                <a:solidFill>
                  <a:srgbClr val="000000"/>
                </a:solidFill>
                <a:latin typeface="Verdana"/>
                <a:cs typeface="Verdana"/>
              </a:rPr>
              <a:t>t</a:t>
            </a:r>
            <a:r>
              <a:rPr dirty="0" sz="4200" spc="190" b="0">
                <a:solidFill>
                  <a:srgbClr val="000000"/>
                </a:solidFill>
                <a:latin typeface="Verdana"/>
                <a:cs typeface="Verdana"/>
              </a:rPr>
              <a:t>h</a:t>
            </a:r>
            <a:r>
              <a:rPr dirty="0" sz="4200" spc="-25" b="0">
                <a:solidFill>
                  <a:srgbClr val="000000"/>
                </a:solidFill>
                <a:latin typeface="Verdana"/>
                <a:cs typeface="Verdana"/>
              </a:rPr>
              <a:t>i</a:t>
            </a:r>
            <a:r>
              <a:rPr dirty="0" sz="4200" spc="-100" b="0">
                <a:solidFill>
                  <a:srgbClr val="000000"/>
                </a:solidFill>
                <a:latin typeface="Verdana"/>
                <a:cs typeface="Verdana"/>
              </a:rPr>
              <a:t>s  </a:t>
            </a:r>
            <a:r>
              <a:rPr dirty="0" sz="4200" spc="-135" b="0">
                <a:solidFill>
                  <a:srgbClr val="000000"/>
                </a:solidFill>
                <a:latin typeface="Verdana"/>
                <a:cs typeface="Verdana"/>
              </a:rPr>
              <a:t>s</a:t>
            </a:r>
            <a:r>
              <a:rPr dirty="0" sz="4200" spc="175" b="0">
                <a:solidFill>
                  <a:srgbClr val="000000"/>
                </a:solidFill>
                <a:latin typeface="Verdana"/>
                <a:cs typeface="Verdana"/>
              </a:rPr>
              <a:t>u</a:t>
            </a:r>
            <a:r>
              <a:rPr dirty="0" sz="4200" spc="235" b="0">
                <a:solidFill>
                  <a:srgbClr val="000000"/>
                </a:solidFill>
                <a:latin typeface="Verdana"/>
                <a:cs typeface="Verdana"/>
              </a:rPr>
              <a:t>b</a:t>
            </a:r>
            <a:r>
              <a:rPr dirty="0" sz="4200" spc="-300" b="0">
                <a:solidFill>
                  <a:srgbClr val="000000"/>
                </a:solidFill>
                <a:latin typeface="Verdana"/>
                <a:cs typeface="Verdana"/>
              </a:rPr>
              <a:t>j</a:t>
            </a:r>
            <a:r>
              <a:rPr dirty="0" sz="4200" spc="40" b="0">
                <a:solidFill>
                  <a:srgbClr val="000000"/>
                </a:solidFill>
                <a:latin typeface="Verdana"/>
                <a:cs typeface="Verdana"/>
              </a:rPr>
              <a:t>e</a:t>
            </a:r>
            <a:r>
              <a:rPr dirty="0" sz="4200" spc="180" b="0">
                <a:solidFill>
                  <a:srgbClr val="000000"/>
                </a:solidFill>
                <a:latin typeface="Verdana"/>
                <a:cs typeface="Verdana"/>
              </a:rPr>
              <a:t>c</a:t>
            </a:r>
            <a:r>
              <a:rPr dirty="0" sz="4200" spc="55" b="0">
                <a:solidFill>
                  <a:srgbClr val="000000"/>
                </a:solidFill>
                <a:latin typeface="Verdana"/>
                <a:cs typeface="Verdana"/>
              </a:rPr>
              <a:t>t</a:t>
            </a:r>
            <a:r>
              <a:rPr dirty="0" sz="4200" spc="-375" b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4200" spc="50" b="0">
                <a:solidFill>
                  <a:srgbClr val="000000"/>
                </a:solidFill>
                <a:latin typeface="Verdana"/>
                <a:cs typeface="Verdana"/>
              </a:rPr>
              <a:t>t</a:t>
            </a:r>
            <a:r>
              <a:rPr dirty="0" sz="4200" spc="95" b="0">
                <a:solidFill>
                  <a:srgbClr val="000000"/>
                </a:solidFill>
                <a:latin typeface="Verdana"/>
                <a:cs typeface="Verdana"/>
              </a:rPr>
              <a:t>o</a:t>
            </a:r>
            <a:r>
              <a:rPr dirty="0" sz="4200" spc="-375" b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4200" spc="235" b="0">
                <a:solidFill>
                  <a:srgbClr val="000000"/>
                </a:solidFill>
                <a:latin typeface="Verdana"/>
                <a:cs typeface="Verdana"/>
              </a:rPr>
              <a:t>p</a:t>
            </a:r>
            <a:r>
              <a:rPr dirty="0" sz="4200" spc="40" b="0">
                <a:solidFill>
                  <a:srgbClr val="000000"/>
                </a:solidFill>
                <a:latin typeface="Verdana"/>
                <a:cs typeface="Verdana"/>
              </a:rPr>
              <a:t>e</a:t>
            </a:r>
            <a:r>
              <a:rPr dirty="0" sz="4200" spc="90" b="0">
                <a:solidFill>
                  <a:srgbClr val="000000"/>
                </a:solidFill>
                <a:latin typeface="Verdana"/>
                <a:cs typeface="Verdana"/>
              </a:rPr>
              <a:t>o</a:t>
            </a:r>
            <a:r>
              <a:rPr dirty="0" sz="4200" spc="235" b="0">
                <a:solidFill>
                  <a:srgbClr val="000000"/>
                </a:solidFill>
                <a:latin typeface="Verdana"/>
                <a:cs typeface="Verdana"/>
              </a:rPr>
              <a:t>p</a:t>
            </a:r>
            <a:r>
              <a:rPr dirty="0" sz="4200" spc="-25" b="0">
                <a:solidFill>
                  <a:srgbClr val="000000"/>
                </a:solidFill>
                <a:latin typeface="Verdana"/>
                <a:cs typeface="Verdana"/>
              </a:rPr>
              <a:t>l</a:t>
            </a:r>
            <a:r>
              <a:rPr dirty="0" sz="4200" spc="45" b="0">
                <a:solidFill>
                  <a:srgbClr val="000000"/>
                </a:solidFill>
                <a:latin typeface="Verdana"/>
                <a:cs typeface="Verdana"/>
              </a:rPr>
              <a:t>e</a:t>
            </a:r>
            <a:endParaRPr sz="4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41532" y="1894195"/>
            <a:ext cx="6486524" cy="32480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14359" y="5425787"/>
            <a:ext cx="3134508" cy="18310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90428" y="5491666"/>
            <a:ext cx="3248024" cy="37528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92237" y="7756479"/>
            <a:ext cx="3057524" cy="203834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9496" y="391216"/>
            <a:ext cx="9580245" cy="117792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50" spc="285">
                <a:solidFill>
                  <a:srgbClr val="000000"/>
                </a:solidFill>
              </a:rPr>
              <a:t>Datasets</a:t>
            </a:r>
            <a:r>
              <a:rPr dirty="0" sz="7550" spc="-50">
                <a:solidFill>
                  <a:srgbClr val="000000"/>
                </a:solidFill>
              </a:rPr>
              <a:t> </a:t>
            </a:r>
            <a:r>
              <a:rPr dirty="0" sz="7550" spc="385">
                <a:solidFill>
                  <a:srgbClr val="000000"/>
                </a:solidFill>
              </a:rPr>
              <a:t>and</a:t>
            </a:r>
            <a:r>
              <a:rPr dirty="0" sz="7550" spc="-45">
                <a:solidFill>
                  <a:srgbClr val="000000"/>
                </a:solidFill>
              </a:rPr>
              <a:t> </a:t>
            </a:r>
            <a:r>
              <a:rPr dirty="0" sz="7550" spc="260">
                <a:solidFill>
                  <a:srgbClr val="000000"/>
                </a:solidFill>
              </a:rPr>
              <a:t>tools</a:t>
            </a:r>
            <a:endParaRPr sz="7550"/>
          </a:p>
        </p:txBody>
      </p:sp>
      <p:sp>
        <p:nvSpPr>
          <p:cNvPr id="7" name="object 7"/>
          <p:cNvSpPr txBox="1"/>
          <p:nvPr/>
        </p:nvSpPr>
        <p:spPr>
          <a:xfrm>
            <a:off x="1275704" y="2420428"/>
            <a:ext cx="5855970" cy="18256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15799"/>
              </a:lnSpc>
              <a:spcBef>
                <a:spcPts val="100"/>
              </a:spcBef>
            </a:pPr>
            <a:r>
              <a:rPr dirty="0" sz="3400" spc="195">
                <a:latin typeface="Verdana"/>
                <a:cs typeface="Verdana"/>
              </a:rPr>
              <a:t>U</a:t>
            </a:r>
            <a:r>
              <a:rPr dirty="0" sz="3400" spc="-114">
                <a:latin typeface="Verdana"/>
                <a:cs typeface="Verdana"/>
              </a:rPr>
              <a:t>s</a:t>
            </a:r>
            <a:r>
              <a:rPr dirty="0" sz="3400" spc="-20">
                <a:latin typeface="Verdana"/>
                <a:cs typeface="Verdana"/>
              </a:rPr>
              <a:t>i</a:t>
            </a:r>
            <a:r>
              <a:rPr dirty="0" sz="3400" spc="145">
                <a:latin typeface="Verdana"/>
                <a:cs typeface="Verdana"/>
              </a:rPr>
              <a:t>n</a:t>
            </a:r>
            <a:r>
              <a:rPr dirty="0" sz="3400" spc="210">
                <a:latin typeface="Verdana"/>
                <a:cs typeface="Verdana"/>
              </a:rPr>
              <a:t>g</a:t>
            </a:r>
            <a:r>
              <a:rPr dirty="0" sz="3400" spc="-305">
                <a:latin typeface="Verdana"/>
                <a:cs typeface="Verdana"/>
              </a:rPr>
              <a:t> </a:t>
            </a:r>
            <a:r>
              <a:rPr dirty="0" sz="3400" spc="25">
                <a:latin typeface="Verdana"/>
                <a:cs typeface="Verdana"/>
              </a:rPr>
              <a:t>k</a:t>
            </a:r>
            <a:r>
              <a:rPr dirty="0" sz="3400" spc="-45">
                <a:latin typeface="Verdana"/>
                <a:cs typeface="Verdana"/>
              </a:rPr>
              <a:t>a</a:t>
            </a:r>
            <a:r>
              <a:rPr dirty="0" sz="3400" spc="204">
                <a:latin typeface="Verdana"/>
                <a:cs typeface="Verdana"/>
              </a:rPr>
              <a:t>gg</a:t>
            </a:r>
            <a:r>
              <a:rPr dirty="0" sz="3400" spc="-20">
                <a:latin typeface="Verdana"/>
                <a:cs typeface="Verdana"/>
              </a:rPr>
              <a:t>l</a:t>
            </a:r>
            <a:r>
              <a:rPr dirty="0" sz="3400" spc="25">
                <a:latin typeface="Verdana"/>
                <a:cs typeface="Verdana"/>
              </a:rPr>
              <a:t>e</a:t>
            </a:r>
            <a:r>
              <a:rPr dirty="0" sz="3400" spc="-305">
                <a:latin typeface="Verdana"/>
                <a:cs typeface="Verdana"/>
              </a:rPr>
              <a:t> </a:t>
            </a:r>
            <a:r>
              <a:rPr dirty="0" sz="3400" spc="200">
                <a:latin typeface="Verdana"/>
                <a:cs typeface="Verdana"/>
              </a:rPr>
              <a:t>w</a:t>
            </a:r>
            <a:r>
              <a:rPr dirty="0" sz="3400" spc="25">
                <a:latin typeface="Verdana"/>
                <a:cs typeface="Verdana"/>
              </a:rPr>
              <a:t>e</a:t>
            </a:r>
            <a:r>
              <a:rPr dirty="0" sz="3400" spc="-305">
                <a:latin typeface="Verdana"/>
                <a:cs typeface="Verdana"/>
              </a:rPr>
              <a:t> </a:t>
            </a:r>
            <a:r>
              <a:rPr dirty="0" sz="3400" spc="295">
                <a:latin typeface="Verdana"/>
                <a:cs typeface="Verdana"/>
              </a:rPr>
              <a:t>m</a:t>
            </a:r>
            <a:r>
              <a:rPr dirty="0" sz="3400" spc="-45">
                <a:latin typeface="Verdana"/>
                <a:cs typeface="Verdana"/>
              </a:rPr>
              <a:t>a</a:t>
            </a:r>
            <a:r>
              <a:rPr dirty="0" sz="3400" spc="145">
                <a:latin typeface="Verdana"/>
                <a:cs typeface="Verdana"/>
              </a:rPr>
              <a:t>n</a:t>
            </a:r>
            <a:r>
              <a:rPr dirty="0" sz="3400" spc="-45">
                <a:latin typeface="Verdana"/>
                <a:cs typeface="Verdana"/>
              </a:rPr>
              <a:t>a</a:t>
            </a:r>
            <a:r>
              <a:rPr dirty="0" sz="3400" spc="204">
                <a:latin typeface="Verdana"/>
                <a:cs typeface="Verdana"/>
              </a:rPr>
              <a:t>g</a:t>
            </a:r>
            <a:r>
              <a:rPr dirty="0" sz="3400" spc="20">
                <a:latin typeface="Verdana"/>
                <a:cs typeface="Verdana"/>
              </a:rPr>
              <a:t>e</a:t>
            </a:r>
            <a:r>
              <a:rPr dirty="0" sz="3400" spc="130">
                <a:latin typeface="Verdana"/>
                <a:cs typeface="Verdana"/>
              </a:rPr>
              <a:t>d  </a:t>
            </a:r>
            <a:r>
              <a:rPr dirty="0" sz="3400" spc="35">
                <a:latin typeface="Verdana"/>
                <a:cs typeface="Verdana"/>
              </a:rPr>
              <a:t>t</a:t>
            </a:r>
            <a:r>
              <a:rPr dirty="0" sz="3400" spc="65">
                <a:latin typeface="Verdana"/>
                <a:cs typeface="Verdana"/>
              </a:rPr>
              <a:t>o</a:t>
            </a:r>
            <a:r>
              <a:rPr dirty="0" sz="3400" spc="-305">
                <a:latin typeface="Verdana"/>
                <a:cs typeface="Verdana"/>
              </a:rPr>
              <a:t> </a:t>
            </a:r>
            <a:r>
              <a:rPr dirty="0" sz="3400" spc="-45">
                <a:latin typeface="Verdana"/>
                <a:cs typeface="Verdana"/>
              </a:rPr>
              <a:t>f</a:t>
            </a:r>
            <a:r>
              <a:rPr dirty="0" sz="3400" spc="-20">
                <a:latin typeface="Verdana"/>
                <a:cs typeface="Verdana"/>
              </a:rPr>
              <a:t>i</a:t>
            </a:r>
            <a:r>
              <a:rPr dirty="0" sz="3400" spc="145">
                <a:latin typeface="Verdana"/>
                <a:cs typeface="Verdana"/>
              </a:rPr>
              <a:t>n</a:t>
            </a:r>
            <a:r>
              <a:rPr dirty="0" sz="3400" spc="185">
                <a:latin typeface="Verdana"/>
                <a:cs typeface="Verdana"/>
              </a:rPr>
              <a:t>d</a:t>
            </a:r>
            <a:r>
              <a:rPr dirty="0" sz="3400" spc="-305">
                <a:latin typeface="Verdana"/>
                <a:cs typeface="Verdana"/>
              </a:rPr>
              <a:t> </a:t>
            </a:r>
            <a:r>
              <a:rPr dirty="0" sz="3400" spc="60">
                <a:latin typeface="Verdana"/>
                <a:cs typeface="Verdana"/>
              </a:rPr>
              <a:t>o</a:t>
            </a:r>
            <a:r>
              <a:rPr dirty="0" sz="3400" spc="-175">
                <a:latin typeface="Verdana"/>
                <a:cs typeface="Verdana"/>
              </a:rPr>
              <a:t>v</a:t>
            </a:r>
            <a:r>
              <a:rPr dirty="0" sz="3400" spc="20">
                <a:latin typeface="Verdana"/>
                <a:cs typeface="Verdana"/>
              </a:rPr>
              <a:t>e</a:t>
            </a:r>
            <a:r>
              <a:rPr dirty="0" sz="3400" spc="-90">
                <a:latin typeface="Verdana"/>
                <a:cs typeface="Verdana"/>
              </a:rPr>
              <a:t>r</a:t>
            </a:r>
            <a:r>
              <a:rPr dirty="0" sz="3400" spc="-305">
                <a:latin typeface="Verdana"/>
                <a:cs typeface="Verdana"/>
              </a:rPr>
              <a:t> </a:t>
            </a:r>
            <a:r>
              <a:rPr dirty="0" sz="3400" spc="-240">
                <a:latin typeface="Verdana"/>
                <a:cs typeface="Verdana"/>
              </a:rPr>
              <a:t>2</a:t>
            </a:r>
            <a:r>
              <a:rPr dirty="0" sz="3400" spc="80">
                <a:latin typeface="Verdana"/>
                <a:cs typeface="Verdana"/>
              </a:rPr>
              <a:t>0</a:t>
            </a:r>
            <a:r>
              <a:rPr dirty="0" sz="3400" spc="85">
                <a:latin typeface="Verdana"/>
                <a:cs typeface="Verdana"/>
              </a:rPr>
              <a:t>0</a:t>
            </a:r>
            <a:r>
              <a:rPr dirty="0" sz="3400" spc="-305">
                <a:latin typeface="Verdana"/>
                <a:cs typeface="Verdana"/>
              </a:rPr>
              <a:t> </a:t>
            </a:r>
            <a:r>
              <a:rPr dirty="0" sz="3400" spc="180">
                <a:latin typeface="Verdana"/>
                <a:cs typeface="Verdana"/>
              </a:rPr>
              <a:t>d</a:t>
            </a:r>
            <a:r>
              <a:rPr dirty="0" sz="3400" spc="-45">
                <a:latin typeface="Verdana"/>
                <a:cs typeface="Verdana"/>
              </a:rPr>
              <a:t>a</a:t>
            </a:r>
            <a:r>
              <a:rPr dirty="0" sz="3400" spc="35">
                <a:latin typeface="Verdana"/>
                <a:cs typeface="Verdana"/>
              </a:rPr>
              <a:t>t</a:t>
            </a:r>
            <a:r>
              <a:rPr dirty="0" sz="3400" spc="-45">
                <a:latin typeface="Verdana"/>
                <a:cs typeface="Verdana"/>
              </a:rPr>
              <a:t>a</a:t>
            </a:r>
            <a:r>
              <a:rPr dirty="0" sz="3400" spc="-114">
                <a:latin typeface="Verdana"/>
                <a:cs typeface="Verdana"/>
              </a:rPr>
              <a:t>s</a:t>
            </a:r>
            <a:r>
              <a:rPr dirty="0" sz="3400" spc="20">
                <a:latin typeface="Verdana"/>
                <a:cs typeface="Verdana"/>
              </a:rPr>
              <a:t>e</a:t>
            </a:r>
            <a:r>
              <a:rPr dirty="0" sz="3400" spc="35">
                <a:latin typeface="Verdana"/>
                <a:cs typeface="Verdana"/>
              </a:rPr>
              <a:t>t</a:t>
            </a:r>
            <a:r>
              <a:rPr dirty="0" sz="3400" spc="-90">
                <a:latin typeface="Verdana"/>
                <a:cs typeface="Verdana"/>
              </a:rPr>
              <a:t>s  </a:t>
            </a:r>
            <a:r>
              <a:rPr dirty="0" sz="3400" spc="-45">
                <a:latin typeface="Verdana"/>
                <a:cs typeface="Verdana"/>
              </a:rPr>
              <a:t>a</a:t>
            </a:r>
            <a:r>
              <a:rPr dirty="0" sz="3400" spc="180">
                <a:latin typeface="Verdana"/>
                <a:cs typeface="Verdana"/>
              </a:rPr>
              <a:t>b</a:t>
            </a:r>
            <a:r>
              <a:rPr dirty="0" sz="3400" spc="60">
                <a:latin typeface="Verdana"/>
                <a:cs typeface="Verdana"/>
              </a:rPr>
              <a:t>o</a:t>
            </a:r>
            <a:r>
              <a:rPr dirty="0" sz="3400" spc="130">
                <a:latin typeface="Verdana"/>
                <a:cs typeface="Verdana"/>
              </a:rPr>
              <a:t>u</a:t>
            </a:r>
            <a:r>
              <a:rPr dirty="0" sz="3400" spc="40">
                <a:latin typeface="Verdana"/>
                <a:cs typeface="Verdana"/>
              </a:rPr>
              <a:t>t</a:t>
            </a:r>
            <a:r>
              <a:rPr dirty="0" sz="3400" spc="-305">
                <a:latin typeface="Verdana"/>
                <a:cs typeface="Verdana"/>
              </a:rPr>
              <a:t> </a:t>
            </a:r>
            <a:r>
              <a:rPr dirty="0" sz="3400" spc="60">
                <a:latin typeface="Verdana"/>
                <a:cs typeface="Verdana"/>
              </a:rPr>
              <a:t>o</a:t>
            </a:r>
            <a:r>
              <a:rPr dirty="0" sz="3400" spc="145">
                <a:latin typeface="Verdana"/>
                <a:cs typeface="Verdana"/>
              </a:rPr>
              <a:t>n</a:t>
            </a:r>
            <a:r>
              <a:rPr dirty="0" sz="3400" spc="-20">
                <a:latin typeface="Verdana"/>
                <a:cs typeface="Verdana"/>
              </a:rPr>
              <a:t>li</a:t>
            </a:r>
            <a:r>
              <a:rPr dirty="0" sz="3400" spc="145">
                <a:latin typeface="Verdana"/>
                <a:cs typeface="Verdana"/>
              </a:rPr>
              <a:t>n</a:t>
            </a:r>
            <a:r>
              <a:rPr dirty="0" sz="3400" spc="25">
                <a:latin typeface="Verdana"/>
                <a:cs typeface="Verdana"/>
              </a:rPr>
              <a:t>e</a:t>
            </a:r>
            <a:r>
              <a:rPr dirty="0" sz="3400" spc="-305">
                <a:latin typeface="Verdana"/>
                <a:cs typeface="Verdana"/>
              </a:rPr>
              <a:t> </a:t>
            </a:r>
            <a:r>
              <a:rPr dirty="0" sz="3400" spc="-114">
                <a:latin typeface="Verdana"/>
                <a:cs typeface="Verdana"/>
              </a:rPr>
              <a:t>s</a:t>
            </a:r>
            <a:r>
              <a:rPr dirty="0" sz="3400" spc="145">
                <a:latin typeface="Verdana"/>
                <a:cs typeface="Verdana"/>
              </a:rPr>
              <a:t>h</a:t>
            </a:r>
            <a:r>
              <a:rPr dirty="0" sz="3400" spc="60">
                <a:latin typeface="Verdana"/>
                <a:cs typeface="Verdana"/>
              </a:rPr>
              <a:t>o</a:t>
            </a:r>
            <a:r>
              <a:rPr dirty="0" sz="3400" spc="180">
                <a:latin typeface="Verdana"/>
                <a:cs typeface="Verdana"/>
              </a:rPr>
              <a:t>pp</a:t>
            </a:r>
            <a:r>
              <a:rPr dirty="0" sz="3400" spc="-20">
                <a:latin typeface="Verdana"/>
                <a:cs typeface="Verdana"/>
              </a:rPr>
              <a:t>i</a:t>
            </a:r>
            <a:r>
              <a:rPr dirty="0" sz="3400" spc="145">
                <a:latin typeface="Verdana"/>
                <a:cs typeface="Verdana"/>
              </a:rPr>
              <a:t>n</a:t>
            </a:r>
            <a:r>
              <a:rPr dirty="0" sz="3400" spc="210">
                <a:latin typeface="Verdana"/>
                <a:cs typeface="Verdana"/>
              </a:rPr>
              <a:t>g</a:t>
            </a:r>
            <a:endParaRPr sz="34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800191" y="6177545"/>
            <a:ext cx="5769610" cy="3025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15799"/>
              </a:lnSpc>
              <a:spcBef>
                <a:spcPts val="100"/>
              </a:spcBef>
            </a:pPr>
            <a:r>
              <a:rPr dirty="0" sz="3400" spc="-150">
                <a:latin typeface="Verdana"/>
                <a:cs typeface="Verdana"/>
              </a:rPr>
              <a:t>T</a:t>
            </a:r>
            <a:r>
              <a:rPr dirty="0" sz="3400" spc="65">
                <a:latin typeface="Verdana"/>
                <a:cs typeface="Verdana"/>
              </a:rPr>
              <a:t>o</a:t>
            </a:r>
            <a:r>
              <a:rPr dirty="0" sz="3400" spc="-305">
                <a:latin typeface="Verdana"/>
                <a:cs typeface="Verdana"/>
              </a:rPr>
              <a:t> </a:t>
            </a:r>
            <a:r>
              <a:rPr dirty="0" sz="3400" spc="-45">
                <a:latin typeface="Verdana"/>
                <a:cs typeface="Verdana"/>
              </a:rPr>
              <a:t>a</a:t>
            </a:r>
            <a:r>
              <a:rPr dirty="0" sz="3400" spc="145">
                <a:latin typeface="Verdana"/>
                <a:cs typeface="Verdana"/>
              </a:rPr>
              <a:t>n</a:t>
            </a:r>
            <a:r>
              <a:rPr dirty="0" sz="3400" spc="-45">
                <a:latin typeface="Verdana"/>
                <a:cs typeface="Verdana"/>
              </a:rPr>
              <a:t>a</a:t>
            </a:r>
            <a:r>
              <a:rPr dirty="0" sz="3400" spc="-20">
                <a:latin typeface="Verdana"/>
                <a:cs typeface="Verdana"/>
              </a:rPr>
              <a:t>l</a:t>
            </a:r>
            <a:r>
              <a:rPr dirty="0" sz="3400" spc="-175">
                <a:latin typeface="Verdana"/>
                <a:cs typeface="Verdana"/>
              </a:rPr>
              <a:t>y</a:t>
            </a:r>
            <a:r>
              <a:rPr dirty="0" sz="3400" spc="-55">
                <a:latin typeface="Verdana"/>
                <a:cs typeface="Verdana"/>
              </a:rPr>
              <a:t>z</a:t>
            </a:r>
            <a:r>
              <a:rPr dirty="0" sz="3400" spc="25">
                <a:latin typeface="Verdana"/>
                <a:cs typeface="Verdana"/>
              </a:rPr>
              <a:t>e</a:t>
            </a:r>
            <a:r>
              <a:rPr dirty="0" sz="3400" spc="-305">
                <a:latin typeface="Verdana"/>
                <a:cs typeface="Verdana"/>
              </a:rPr>
              <a:t> </a:t>
            </a:r>
            <a:r>
              <a:rPr dirty="0" sz="3400" spc="35">
                <a:latin typeface="Verdana"/>
                <a:cs typeface="Verdana"/>
              </a:rPr>
              <a:t>t</a:t>
            </a:r>
            <a:r>
              <a:rPr dirty="0" sz="3400" spc="145">
                <a:latin typeface="Verdana"/>
                <a:cs typeface="Verdana"/>
              </a:rPr>
              <a:t>h</a:t>
            </a:r>
            <a:r>
              <a:rPr dirty="0" sz="3400" spc="60">
                <a:latin typeface="Verdana"/>
                <a:cs typeface="Verdana"/>
              </a:rPr>
              <a:t>o</a:t>
            </a:r>
            <a:r>
              <a:rPr dirty="0" sz="3400" spc="-114">
                <a:latin typeface="Verdana"/>
                <a:cs typeface="Verdana"/>
              </a:rPr>
              <a:t>s</a:t>
            </a:r>
            <a:r>
              <a:rPr dirty="0" sz="3400" spc="25">
                <a:latin typeface="Verdana"/>
                <a:cs typeface="Verdana"/>
              </a:rPr>
              <a:t>e</a:t>
            </a:r>
            <a:r>
              <a:rPr dirty="0" sz="3400" spc="-305">
                <a:latin typeface="Verdana"/>
                <a:cs typeface="Verdana"/>
              </a:rPr>
              <a:t> </a:t>
            </a:r>
            <a:r>
              <a:rPr dirty="0" sz="3400" spc="180">
                <a:latin typeface="Verdana"/>
                <a:cs typeface="Verdana"/>
              </a:rPr>
              <a:t>d</a:t>
            </a:r>
            <a:r>
              <a:rPr dirty="0" sz="3400" spc="-45">
                <a:latin typeface="Verdana"/>
                <a:cs typeface="Verdana"/>
              </a:rPr>
              <a:t>a</a:t>
            </a:r>
            <a:r>
              <a:rPr dirty="0" sz="3400" spc="35">
                <a:latin typeface="Verdana"/>
                <a:cs typeface="Verdana"/>
              </a:rPr>
              <a:t>t</a:t>
            </a:r>
            <a:r>
              <a:rPr dirty="0" sz="3400" spc="-45">
                <a:latin typeface="Verdana"/>
                <a:cs typeface="Verdana"/>
              </a:rPr>
              <a:t>a</a:t>
            </a:r>
            <a:r>
              <a:rPr dirty="0" sz="3400" spc="-114">
                <a:latin typeface="Verdana"/>
                <a:cs typeface="Verdana"/>
              </a:rPr>
              <a:t>s</a:t>
            </a:r>
            <a:r>
              <a:rPr dirty="0" sz="3400" spc="20">
                <a:latin typeface="Verdana"/>
                <a:cs typeface="Verdana"/>
              </a:rPr>
              <a:t>e</a:t>
            </a:r>
            <a:r>
              <a:rPr dirty="0" sz="3400" spc="35">
                <a:latin typeface="Verdana"/>
                <a:cs typeface="Verdana"/>
              </a:rPr>
              <a:t>t</a:t>
            </a:r>
            <a:r>
              <a:rPr dirty="0" sz="3400" spc="-114">
                <a:latin typeface="Verdana"/>
                <a:cs typeface="Verdana"/>
              </a:rPr>
              <a:t>s</a:t>
            </a:r>
            <a:r>
              <a:rPr dirty="0" sz="3400" spc="-505">
                <a:latin typeface="Verdana"/>
                <a:cs typeface="Verdana"/>
              </a:rPr>
              <a:t>,  </a:t>
            </a:r>
            <a:r>
              <a:rPr dirty="0" sz="3400" spc="200">
                <a:latin typeface="Verdana"/>
                <a:cs typeface="Verdana"/>
              </a:rPr>
              <a:t>w</a:t>
            </a:r>
            <a:r>
              <a:rPr dirty="0" sz="3400" spc="25">
                <a:latin typeface="Verdana"/>
                <a:cs typeface="Verdana"/>
              </a:rPr>
              <a:t>e</a:t>
            </a:r>
            <a:r>
              <a:rPr dirty="0" sz="3400" spc="-305">
                <a:latin typeface="Verdana"/>
                <a:cs typeface="Verdana"/>
              </a:rPr>
              <a:t> </a:t>
            </a:r>
            <a:r>
              <a:rPr dirty="0" sz="3400" spc="200">
                <a:latin typeface="Verdana"/>
                <a:cs typeface="Verdana"/>
              </a:rPr>
              <a:t>w</a:t>
            </a:r>
            <a:r>
              <a:rPr dirty="0" sz="3400" spc="-20">
                <a:latin typeface="Verdana"/>
                <a:cs typeface="Verdana"/>
              </a:rPr>
              <a:t>ill</a:t>
            </a:r>
            <a:r>
              <a:rPr dirty="0" sz="3400" spc="-305">
                <a:latin typeface="Verdana"/>
                <a:cs typeface="Verdana"/>
              </a:rPr>
              <a:t> </a:t>
            </a:r>
            <a:r>
              <a:rPr dirty="0" sz="3400" spc="130">
                <a:latin typeface="Verdana"/>
                <a:cs typeface="Verdana"/>
              </a:rPr>
              <a:t>u</a:t>
            </a:r>
            <a:r>
              <a:rPr dirty="0" sz="3400" spc="-114">
                <a:latin typeface="Verdana"/>
                <a:cs typeface="Verdana"/>
              </a:rPr>
              <a:t>s</a:t>
            </a:r>
            <a:r>
              <a:rPr dirty="0" sz="3400" spc="25">
                <a:latin typeface="Verdana"/>
                <a:cs typeface="Verdana"/>
              </a:rPr>
              <a:t>e</a:t>
            </a:r>
            <a:r>
              <a:rPr dirty="0" sz="3400" spc="-305">
                <a:latin typeface="Verdana"/>
                <a:cs typeface="Verdana"/>
              </a:rPr>
              <a:t> </a:t>
            </a:r>
            <a:r>
              <a:rPr dirty="0" sz="3400" spc="35">
                <a:latin typeface="Verdana"/>
                <a:cs typeface="Verdana"/>
              </a:rPr>
              <a:t>t</a:t>
            </a:r>
            <a:r>
              <a:rPr dirty="0" sz="3400" spc="60">
                <a:latin typeface="Verdana"/>
                <a:cs typeface="Verdana"/>
              </a:rPr>
              <a:t>oo</a:t>
            </a:r>
            <a:r>
              <a:rPr dirty="0" sz="3400" spc="-20">
                <a:latin typeface="Verdana"/>
                <a:cs typeface="Verdana"/>
              </a:rPr>
              <a:t>l</a:t>
            </a:r>
            <a:r>
              <a:rPr dirty="0" sz="3400" spc="-110">
                <a:latin typeface="Verdana"/>
                <a:cs typeface="Verdana"/>
              </a:rPr>
              <a:t>s</a:t>
            </a:r>
            <a:r>
              <a:rPr dirty="0" sz="3400" spc="-305">
                <a:latin typeface="Verdana"/>
                <a:cs typeface="Verdana"/>
              </a:rPr>
              <a:t> </a:t>
            </a:r>
            <a:r>
              <a:rPr dirty="0" sz="3400" spc="-114">
                <a:latin typeface="Verdana"/>
                <a:cs typeface="Verdana"/>
              </a:rPr>
              <a:t>s</a:t>
            </a:r>
            <a:r>
              <a:rPr dirty="0" sz="3400" spc="130">
                <a:latin typeface="Verdana"/>
                <a:cs typeface="Verdana"/>
              </a:rPr>
              <a:t>u</a:t>
            </a:r>
            <a:r>
              <a:rPr dirty="0" sz="3400" spc="135">
                <a:latin typeface="Verdana"/>
                <a:cs typeface="Verdana"/>
              </a:rPr>
              <a:t>c</a:t>
            </a:r>
            <a:r>
              <a:rPr dirty="0" sz="3400" spc="150">
                <a:latin typeface="Verdana"/>
                <a:cs typeface="Verdana"/>
              </a:rPr>
              <a:t>h</a:t>
            </a:r>
            <a:r>
              <a:rPr dirty="0" sz="3400" spc="-305">
                <a:latin typeface="Verdana"/>
                <a:cs typeface="Verdana"/>
              </a:rPr>
              <a:t> </a:t>
            </a:r>
            <a:r>
              <a:rPr dirty="0" sz="3400" spc="-45">
                <a:latin typeface="Verdana"/>
                <a:cs typeface="Verdana"/>
              </a:rPr>
              <a:t>a</a:t>
            </a:r>
            <a:r>
              <a:rPr dirty="0" sz="3400" spc="-90">
                <a:latin typeface="Verdana"/>
                <a:cs typeface="Verdana"/>
              </a:rPr>
              <a:t>s  </a:t>
            </a:r>
            <a:r>
              <a:rPr dirty="0" sz="3400" spc="180">
                <a:latin typeface="Verdana"/>
                <a:cs typeface="Verdana"/>
              </a:rPr>
              <a:t>p</a:t>
            </a:r>
            <a:r>
              <a:rPr dirty="0" sz="3400" spc="-45">
                <a:latin typeface="Verdana"/>
                <a:cs typeface="Verdana"/>
              </a:rPr>
              <a:t>a</a:t>
            </a:r>
            <a:r>
              <a:rPr dirty="0" sz="3400" spc="145">
                <a:latin typeface="Verdana"/>
                <a:cs typeface="Verdana"/>
              </a:rPr>
              <a:t>n</a:t>
            </a:r>
            <a:r>
              <a:rPr dirty="0" sz="3400" spc="180">
                <a:latin typeface="Verdana"/>
                <a:cs typeface="Verdana"/>
              </a:rPr>
              <a:t>d</a:t>
            </a:r>
            <a:r>
              <a:rPr dirty="0" sz="3400" spc="-45">
                <a:latin typeface="Verdana"/>
                <a:cs typeface="Verdana"/>
              </a:rPr>
              <a:t>a</a:t>
            </a:r>
            <a:r>
              <a:rPr dirty="0" sz="3400" spc="-520">
                <a:latin typeface="Verdana"/>
                <a:cs typeface="Verdana"/>
              </a:rPr>
              <a:t>,</a:t>
            </a:r>
            <a:r>
              <a:rPr dirty="0" sz="3400" spc="-305">
                <a:latin typeface="Verdana"/>
                <a:cs typeface="Verdana"/>
              </a:rPr>
              <a:t> </a:t>
            </a:r>
            <a:r>
              <a:rPr dirty="0" sz="3400" spc="295">
                <a:latin typeface="Verdana"/>
                <a:cs typeface="Verdana"/>
              </a:rPr>
              <a:t>m</a:t>
            </a:r>
            <a:r>
              <a:rPr dirty="0" sz="3400" spc="-45">
                <a:latin typeface="Verdana"/>
                <a:cs typeface="Verdana"/>
              </a:rPr>
              <a:t>a</a:t>
            </a:r>
            <a:r>
              <a:rPr dirty="0" sz="3400" spc="35">
                <a:latin typeface="Verdana"/>
                <a:cs typeface="Verdana"/>
              </a:rPr>
              <a:t>t</a:t>
            </a:r>
            <a:r>
              <a:rPr dirty="0" sz="3400" spc="180">
                <a:latin typeface="Verdana"/>
                <a:cs typeface="Verdana"/>
              </a:rPr>
              <a:t>p</a:t>
            </a:r>
            <a:r>
              <a:rPr dirty="0" sz="3400" spc="-20">
                <a:latin typeface="Verdana"/>
                <a:cs typeface="Verdana"/>
              </a:rPr>
              <a:t>l</a:t>
            </a:r>
            <a:r>
              <a:rPr dirty="0" sz="3400" spc="60">
                <a:latin typeface="Verdana"/>
                <a:cs typeface="Verdana"/>
              </a:rPr>
              <a:t>o</a:t>
            </a:r>
            <a:r>
              <a:rPr dirty="0" sz="3400" spc="35">
                <a:latin typeface="Verdana"/>
                <a:cs typeface="Verdana"/>
              </a:rPr>
              <a:t>t</a:t>
            </a:r>
            <a:r>
              <a:rPr dirty="0" sz="3400" spc="-20">
                <a:latin typeface="Verdana"/>
                <a:cs typeface="Verdana"/>
              </a:rPr>
              <a:t>li</a:t>
            </a:r>
            <a:r>
              <a:rPr dirty="0" sz="3400" spc="180">
                <a:latin typeface="Verdana"/>
                <a:cs typeface="Verdana"/>
              </a:rPr>
              <a:t>b</a:t>
            </a:r>
            <a:r>
              <a:rPr dirty="0" sz="3400" spc="-520">
                <a:latin typeface="Verdana"/>
                <a:cs typeface="Verdana"/>
              </a:rPr>
              <a:t>,</a:t>
            </a:r>
            <a:r>
              <a:rPr dirty="0" sz="3400" spc="-305">
                <a:latin typeface="Verdana"/>
                <a:cs typeface="Verdana"/>
              </a:rPr>
              <a:t> </a:t>
            </a:r>
            <a:r>
              <a:rPr dirty="0" sz="3400" spc="180">
                <a:latin typeface="Verdana"/>
                <a:cs typeface="Verdana"/>
              </a:rPr>
              <a:t>p</a:t>
            </a:r>
            <a:r>
              <a:rPr dirty="0" sz="3400" spc="-175">
                <a:latin typeface="Verdana"/>
                <a:cs typeface="Verdana"/>
              </a:rPr>
              <a:t>y</a:t>
            </a:r>
            <a:r>
              <a:rPr dirty="0" sz="3400" spc="35">
                <a:latin typeface="Verdana"/>
                <a:cs typeface="Verdana"/>
              </a:rPr>
              <a:t>t</a:t>
            </a:r>
            <a:r>
              <a:rPr dirty="0" sz="3400" spc="145">
                <a:latin typeface="Verdana"/>
                <a:cs typeface="Verdana"/>
              </a:rPr>
              <a:t>h</a:t>
            </a:r>
            <a:r>
              <a:rPr dirty="0" sz="3400" spc="60">
                <a:latin typeface="Verdana"/>
                <a:cs typeface="Verdana"/>
              </a:rPr>
              <a:t>o</a:t>
            </a:r>
            <a:r>
              <a:rPr dirty="0" sz="3400" spc="105">
                <a:latin typeface="Verdana"/>
                <a:cs typeface="Verdana"/>
              </a:rPr>
              <a:t>n  </a:t>
            </a:r>
            <a:r>
              <a:rPr dirty="0" sz="3400" spc="-45">
                <a:latin typeface="Verdana"/>
                <a:cs typeface="Verdana"/>
              </a:rPr>
              <a:t>a</a:t>
            </a:r>
            <a:r>
              <a:rPr dirty="0" sz="3400" spc="145">
                <a:latin typeface="Verdana"/>
                <a:cs typeface="Verdana"/>
              </a:rPr>
              <a:t>n</a:t>
            </a:r>
            <a:r>
              <a:rPr dirty="0" sz="3400" spc="185">
                <a:latin typeface="Verdana"/>
                <a:cs typeface="Verdana"/>
              </a:rPr>
              <a:t>d</a:t>
            </a:r>
            <a:r>
              <a:rPr dirty="0" sz="3400" spc="-305">
                <a:latin typeface="Verdana"/>
                <a:cs typeface="Verdana"/>
              </a:rPr>
              <a:t> </a:t>
            </a:r>
            <a:r>
              <a:rPr dirty="0" sz="3400" spc="-15">
                <a:latin typeface="Verdana"/>
                <a:cs typeface="Verdana"/>
              </a:rPr>
              <a:t>G</a:t>
            </a:r>
            <a:r>
              <a:rPr dirty="0" sz="3400" spc="385">
                <a:latin typeface="Verdana"/>
                <a:cs typeface="Verdana"/>
              </a:rPr>
              <a:t>P</a:t>
            </a:r>
            <a:r>
              <a:rPr dirty="0" sz="3400" spc="-145">
                <a:latin typeface="Verdana"/>
                <a:cs typeface="Verdana"/>
              </a:rPr>
              <a:t>T</a:t>
            </a:r>
            <a:r>
              <a:rPr dirty="0" sz="3400" spc="-305">
                <a:latin typeface="Verdana"/>
                <a:cs typeface="Verdana"/>
              </a:rPr>
              <a:t> </a:t>
            </a:r>
            <a:r>
              <a:rPr dirty="0" sz="3400" spc="295">
                <a:latin typeface="Verdana"/>
                <a:cs typeface="Verdana"/>
              </a:rPr>
              <a:t>m</a:t>
            </a:r>
            <a:r>
              <a:rPr dirty="0" sz="3400" spc="60">
                <a:latin typeface="Verdana"/>
                <a:cs typeface="Verdana"/>
              </a:rPr>
              <a:t>o</a:t>
            </a:r>
            <a:r>
              <a:rPr dirty="0" sz="3400" spc="180">
                <a:latin typeface="Verdana"/>
                <a:cs typeface="Verdana"/>
              </a:rPr>
              <a:t>d</a:t>
            </a:r>
            <a:r>
              <a:rPr dirty="0" sz="3400" spc="20">
                <a:latin typeface="Verdana"/>
                <a:cs typeface="Verdana"/>
              </a:rPr>
              <a:t>e</a:t>
            </a:r>
            <a:r>
              <a:rPr dirty="0" sz="3400" spc="-20">
                <a:latin typeface="Verdana"/>
                <a:cs typeface="Verdana"/>
              </a:rPr>
              <a:t>l</a:t>
            </a:r>
            <a:r>
              <a:rPr dirty="0" sz="3400" spc="-110">
                <a:latin typeface="Verdana"/>
                <a:cs typeface="Verdana"/>
              </a:rPr>
              <a:t>s</a:t>
            </a:r>
            <a:r>
              <a:rPr dirty="0" sz="3400" spc="-305">
                <a:latin typeface="Verdana"/>
                <a:cs typeface="Verdana"/>
              </a:rPr>
              <a:t> </a:t>
            </a:r>
            <a:r>
              <a:rPr dirty="0" sz="3400" spc="-20">
                <a:latin typeface="Verdana"/>
                <a:cs typeface="Verdana"/>
              </a:rPr>
              <a:t>li</a:t>
            </a:r>
            <a:r>
              <a:rPr dirty="0" sz="3400" spc="25">
                <a:latin typeface="Verdana"/>
                <a:cs typeface="Verdana"/>
              </a:rPr>
              <a:t>k</a:t>
            </a:r>
            <a:r>
              <a:rPr dirty="0" sz="3400" spc="25">
                <a:latin typeface="Verdana"/>
                <a:cs typeface="Verdana"/>
              </a:rPr>
              <a:t>e</a:t>
            </a:r>
            <a:r>
              <a:rPr dirty="0" sz="3400" spc="-305">
                <a:latin typeface="Verdana"/>
                <a:cs typeface="Verdana"/>
              </a:rPr>
              <a:t> </a:t>
            </a:r>
            <a:r>
              <a:rPr dirty="0" sz="3400" spc="65">
                <a:latin typeface="Verdana"/>
                <a:cs typeface="Verdana"/>
              </a:rPr>
              <a:t>C</a:t>
            </a:r>
            <a:r>
              <a:rPr dirty="0" sz="3400" spc="145">
                <a:latin typeface="Verdana"/>
                <a:cs typeface="Verdana"/>
              </a:rPr>
              <a:t>h</a:t>
            </a:r>
            <a:r>
              <a:rPr dirty="0" sz="3400" spc="-45">
                <a:latin typeface="Verdana"/>
                <a:cs typeface="Verdana"/>
              </a:rPr>
              <a:t>a</a:t>
            </a:r>
            <a:r>
              <a:rPr dirty="0" sz="3400" spc="35">
                <a:latin typeface="Verdana"/>
                <a:cs typeface="Verdana"/>
              </a:rPr>
              <a:t>t</a:t>
            </a:r>
            <a:r>
              <a:rPr dirty="0" sz="3400" spc="-210">
                <a:latin typeface="Verdana"/>
                <a:cs typeface="Verdana"/>
              </a:rPr>
              <a:t>-  </a:t>
            </a:r>
            <a:r>
              <a:rPr dirty="0" sz="3400" spc="75">
                <a:latin typeface="Verdana"/>
                <a:cs typeface="Verdana"/>
              </a:rPr>
              <a:t>GPT</a:t>
            </a:r>
            <a:endParaRPr sz="3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72637" y="2487092"/>
            <a:ext cx="2507615" cy="2507615"/>
          </a:xfrm>
          <a:custGeom>
            <a:avLst/>
            <a:gdLst/>
            <a:ahLst/>
            <a:cxnLst/>
            <a:rect l="l" t="t" r="r" b="b"/>
            <a:pathLst>
              <a:path w="2507615" h="2507615">
                <a:moveTo>
                  <a:pt x="1253512" y="2507023"/>
                </a:moveTo>
                <a:lnTo>
                  <a:pt x="0" y="1253511"/>
                </a:lnTo>
                <a:lnTo>
                  <a:pt x="1253512" y="0"/>
                </a:lnTo>
                <a:lnTo>
                  <a:pt x="2507024" y="1253511"/>
                </a:lnTo>
                <a:lnTo>
                  <a:pt x="1253512" y="2507023"/>
                </a:lnTo>
                <a:close/>
              </a:path>
            </a:pathLst>
          </a:custGeom>
          <a:solidFill>
            <a:srgbClr val="4A64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042761" y="3250431"/>
            <a:ext cx="1167130" cy="8826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253365">
              <a:lnSpc>
                <a:spcPct val="117200"/>
              </a:lnSpc>
              <a:spcBef>
                <a:spcPts val="95"/>
              </a:spcBef>
            </a:pPr>
            <a:r>
              <a:rPr dirty="0" sz="2400" spc="10">
                <a:solidFill>
                  <a:srgbClr val="FFFFFF"/>
                </a:solidFill>
                <a:latin typeface="Georgia"/>
                <a:cs typeface="Georgia"/>
              </a:rPr>
              <a:t>Find </a:t>
            </a:r>
            <a:r>
              <a:rPr dirty="0" sz="2400" spc="1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2400" spc="5">
                <a:solidFill>
                  <a:srgbClr val="FFFFFF"/>
                </a:solidFill>
                <a:latin typeface="Georgia"/>
                <a:cs typeface="Georgia"/>
              </a:rPr>
              <a:t>Subj</a:t>
            </a:r>
            <a:r>
              <a:rPr dirty="0" sz="2400" spc="5">
                <a:solidFill>
                  <a:srgbClr val="FFFFFF"/>
                </a:solidFill>
                <a:latin typeface="Georgia"/>
                <a:cs typeface="Georgia"/>
              </a:rPr>
              <a:t>e</a:t>
            </a:r>
            <a:r>
              <a:rPr dirty="0" sz="2400" spc="5">
                <a:solidFill>
                  <a:srgbClr val="FFFFFF"/>
                </a:solidFill>
                <a:latin typeface="Georgia"/>
                <a:cs typeface="Georgia"/>
              </a:rPr>
              <a:t>ct</a:t>
            </a:r>
            <a:r>
              <a:rPr dirty="0" sz="2400" spc="10">
                <a:solidFill>
                  <a:srgbClr val="FFFFFF"/>
                </a:solidFill>
                <a:latin typeface="Georgia"/>
                <a:cs typeface="Georgia"/>
              </a:rPr>
              <a:t>s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54651" y="1433088"/>
            <a:ext cx="5165090" cy="95250"/>
          </a:xfrm>
          <a:custGeom>
            <a:avLst/>
            <a:gdLst/>
            <a:ahLst/>
            <a:cxnLst/>
            <a:rect l="l" t="t" r="r" b="b"/>
            <a:pathLst>
              <a:path w="5165090" h="95250">
                <a:moveTo>
                  <a:pt x="5164484" y="95249"/>
                </a:moveTo>
                <a:lnTo>
                  <a:pt x="0" y="95249"/>
                </a:lnTo>
                <a:lnTo>
                  <a:pt x="0" y="0"/>
                </a:lnTo>
                <a:lnTo>
                  <a:pt x="5164484" y="0"/>
                </a:lnTo>
                <a:lnTo>
                  <a:pt x="5164484" y="952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41951" y="355494"/>
            <a:ext cx="5190490" cy="12350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900" spc="10" b="0">
                <a:solidFill>
                  <a:srgbClr val="000000"/>
                </a:solidFill>
                <a:latin typeface="Georgia"/>
                <a:cs typeface="Georgia"/>
              </a:rPr>
              <a:t>Action</a:t>
            </a:r>
            <a:r>
              <a:rPr dirty="0" sz="7900" spc="-60" b="0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dirty="0" sz="7900" spc="10" b="0">
                <a:solidFill>
                  <a:srgbClr val="000000"/>
                </a:solidFill>
                <a:latin typeface="Georgia"/>
                <a:cs typeface="Georgia"/>
              </a:rPr>
              <a:t>Plan</a:t>
            </a:r>
            <a:endParaRPr sz="7900">
              <a:latin typeface="Georgia"/>
              <a:cs typeface="Georgi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860612" y="2487092"/>
            <a:ext cx="4364355" cy="2507615"/>
            <a:chOff x="3860612" y="2487092"/>
            <a:chExt cx="4364355" cy="2507615"/>
          </a:xfrm>
        </p:grpSpPr>
        <p:sp>
          <p:nvSpPr>
            <p:cNvPr id="7" name="object 7"/>
            <p:cNvSpPr/>
            <p:nvPr/>
          </p:nvSpPr>
          <p:spPr>
            <a:xfrm>
              <a:off x="3879662" y="3740605"/>
              <a:ext cx="1819910" cy="0"/>
            </a:xfrm>
            <a:custGeom>
              <a:avLst/>
              <a:gdLst/>
              <a:ahLst/>
              <a:cxnLst/>
              <a:rect l="l" t="t" r="r" b="b"/>
              <a:pathLst>
                <a:path w="1819910" h="0">
                  <a:moveTo>
                    <a:pt x="0" y="0"/>
                  </a:moveTo>
                  <a:lnTo>
                    <a:pt x="1819368" y="0"/>
                  </a:lnTo>
                </a:path>
              </a:pathLst>
            </a:custGeom>
            <a:ln w="38099">
              <a:solidFill>
                <a:srgbClr val="79A22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622811" y="3683455"/>
              <a:ext cx="76835" cy="114300"/>
            </a:xfrm>
            <a:custGeom>
              <a:avLst/>
              <a:gdLst/>
              <a:ahLst/>
              <a:cxnLst/>
              <a:rect l="l" t="t" r="r" b="b"/>
              <a:pathLst>
                <a:path w="76835" h="114300">
                  <a:moveTo>
                    <a:pt x="0" y="0"/>
                  </a:moveTo>
                  <a:lnTo>
                    <a:pt x="76218" y="57149"/>
                  </a:lnTo>
                  <a:lnTo>
                    <a:pt x="0" y="114299"/>
                  </a:lnTo>
                </a:path>
              </a:pathLst>
            </a:custGeom>
            <a:ln w="38106">
              <a:solidFill>
                <a:srgbClr val="79A22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717639" y="2487092"/>
              <a:ext cx="2507615" cy="2507615"/>
            </a:xfrm>
            <a:custGeom>
              <a:avLst/>
              <a:gdLst/>
              <a:ahLst/>
              <a:cxnLst/>
              <a:rect l="l" t="t" r="r" b="b"/>
              <a:pathLst>
                <a:path w="2507615" h="2507615">
                  <a:moveTo>
                    <a:pt x="1253511" y="2507023"/>
                  </a:moveTo>
                  <a:lnTo>
                    <a:pt x="0" y="1253512"/>
                  </a:lnTo>
                  <a:lnTo>
                    <a:pt x="1253510" y="0"/>
                  </a:lnTo>
                  <a:lnTo>
                    <a:pt x="2507023" y="1253510"/>
                  </a:lnTo>
                  <a:lnTo>
                    <a:pt x="1253511" y="2507023"/>
                  </a:lnTo>
                  <a:close/>
                </a:path>
              </a:pathLst>
            </a:custGeom>
            <a:solidFill>
              <a:srgbClr val="4A641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6262001" y="3250431"/>
            <a:ext cx="1418590" cy="8826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63525" marR="5080" indent="-251460">
              <a:lnSpc>
                <a:spcPct val="117200"/>
              </a:lnSpc>
              <a:spcBef>
                <a:spcPts val="95"/>
              </a:spcBef>
            </a:pPr>
            <a:r>
              <a:rPr dirty="0" sz="2400" spc="5">
                <a:solidFill>
                  <a:srgbClr val="FFFFFF"/>
                </a:solidFill>
                <a:latin typeface="Georgia"/>
                <a:cs typeface="Georgia"/>
              </a:rPr>
              <a:t>Create</a:t>
            </a:r>
            <a:r>
              <a:rPr dirty="0" sz="2400" spc="-5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2400" spc="5">
                <a:solidFill>
                  <a:srgbClr val="FFFFFF"/>
                </a:solidFill>
                <a:latin typeface="Georgia"/>
                <a:cs typeface="Georgia"/>
              </a:rPr>
              <a:t>the </a:t>
            </a:r>
            <a:r>
              <a:rPr dirty="0" sz="2400" spc="-56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2400" spc="5">
                <a:solidFill>
                  <a:srgbClr val="FFFFFF"/>
                </a:solidFill>
                <a:latin typeface="Georgia"/>
                <a:cs typeface="Georgia"/>
              </a:rPr>
              <a:t>survey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062988" y="2487092"/>
            <a:ext cx="2507615" cy="2507615"/>
          </a:xfrm>
          <a:custGeom>
            <a:avLst/>
            <a:gdLst/>
            <a:ahLst/>
            <a:cxnLst/>
            <a:rect l="l" t="t" r="r" b="b"/>
            <a:pathLst>
              <a:path w="2507615" h="2507615">
                <a:moveTo>
                  <a:pt x="1253511" y="2507023"/>
                </a:moveTo>
                <a:lnTo>
                  <a:pt x="0" y="1253512"/>
                </a:lnTo>
                <a:lnTo>
                  <a:pt x="1253510" y="0"/>
                </a:lnTo>
                <a:lnTo>
                  <a:pt x="2507023" y="1253511"/>
                </a:lnTo>
                <a:lnTo>
                  <a:pt x="1253511" y="2507023"/>
                </a:lnTo>
                <a:close/>
              </a:path>
            </a:pathLst>
          </a:custGeom>
          <a:solidFill>
            <a:srgbClr val="4A64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0750673" y="3250431"/>
            <a:ext cx="1132205" cy="8826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85090">
              <a:lnSpc>
                <a:spcPct val="117200"/>
              </a:lnSpc>
              <a:spcBef>
                <a:spcPts val="95"/>
              </a:spcBef>
            </a:pPr>
            <a:r>
              <a:rPr dirty="0" sz="2400" spc="5">
                <a:solidFill>
                  <a:srgbClr val="FFFFFF"/>
                </a:solidFill>
                <a:latin typeface="Georgia"/>
                <a:cs typeface="Georgia"/>
              </a:rPr>
              <a:t>Collect </a:t>
            </a:r>
            <a:r>
              <a:rPr dirty="0" sz="2400" spc="1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2400" spc="5">
                <a:solidFill>
                  <a:srgbClr val="FFFFFF"/>
                </a:solidFill>
                <a:latin typeface="Georgia"/>
                <a:cs typeface="Georgia"/>
              </a:rPr>
              <a:t>ans</a:t>
            </a:r>
            <a:r>
              <a:rPr dirty="0" sz="2400" spc="10">
                <a:solidFill>
                  <a:srgbClr val="FFFFFF"/>
                </a:solidFill>
                <a:latin typeface="Georgia"/>
                <a:cs typeface="Georgia"/>
              </a:rPr>
              <a:t>w</a:t>
            </a:r>
            <a:r>
              <a:rPr dirty="0" sz="2400" spc="5">
                <a:solidFill>
                  <a:srgbClr val="FFFFFF"/>
                </a:solidFill>
                <a:latin typeface="Georgia"/>
                <a:cs typeface="Georgia"/>
              </a:rPr>
              <a:t>e</a:t>
            </a:r>
            <a:r>
              <a:rPr dirty="0" sz="2400" spc="5">
                <a:solidFill>
                  <a:srgbClr val="FFFFFF"/>
                </a:solidFill>
                <a:latin typeface="Georgia"/>
                <a:cs typeface="Georgia"/>
              </a:rPr>
              <a:t>r</a:t>
            </a:r>
            <a:r>
              <a:rPr dirty="0" sz="2400" spc="10">
                <a:solidFill>
                  <a:srgbClr val="FFFFFF"/>
                </a:solidFill>
                <a:latin typeface="Georgia"/>
                <a:cs typeface="Georgia"/>
              </a:rPr>
              <a:t>s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4408339" y="2487092"/>
            <a:ext cx="2507615" cy="2507615"/>
          </a:xfrm>
          <a:custGeom>
            <a:avLst/>
            <a:gdLst/>
            <a:ahLst/>
            <a:cxnLst/>
            <a:rect l="l" t="t" r="r" b="b"/>
            <a:pathLst>
              <a:path w="2507615" h="2507615">
                <a:moveTo>
                  <a:pt x="1253511" y="2507023"/>
                </a:moveTo>
                <a:lnTo>
                  <a:pt x="0" y="1253512"/>
                </a:lnTo>
                <a:lnTo>
                  <a:pt x="1253510" y="0"/>
                </a:lnTo>
                <a:lnTo>
                  <a:pt x="2507022" y="1253510"/>
                </a:lnTo>
                <a:lnTo>
                  <a:pt x="1253511" y="2507023"/>
                </a:lnTo>
                <a:close/>
              </a:path>
            </a:pathLst>
          </a:custGeom>
          <a:solidFill>
            <a:srgbClr val="4A64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4898825" y="3250431"/>
            <a:ext cx="1526540" cy="8826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78765" marR="5080" indent="-266700">
              <a:lnSpc>
                <a:spcPct val="117200"/>
              </a:lnSpc>
              <a:spcBef>
                <a:spcPts val="95"/>
              </a:spcBef>
            </a:pPr>
            <a:r>
              <a:rPr dirty="0" sz="2400" spc="10">
                <a:solidFill>
                  <a:srgbClr val="FFFFFF"/>
                </a:solidFill>
                <a:latin typeface="Georgia"/>
                <a:cs typeface="Georgia"/>
              </a:rPr>
              <a:t>Choose</a:t>
            </a:r>
            <a:r>
              <a:rPr dirty="0" sz="2400" spc="-7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2400" spc="5">
                <a:solidFill>
                  <a:srgbClr val="FFFFFF"/>
                </a:solidFill>
                <a:latin typeface="Georgia"/>
                <a:cs typeface="Georgia"/>
              </a:rPr>
              <a:t>the </a:t>
            </a:r>
            <a:r>
              <a:rPr dirty="0" sz="2400" spc="-56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2400" spc="5">
                <a:solidFill>
                  <a:srgbClr val="FFFFFF"/>
                </a:solidFill>
                <a:latin typeface="Georgia"/>
                <a:cs typeface="Georgia"/>
              </a:rPr>
              <a:t>subject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4408339" y="6522704"/>
            <a:ext cx="2507615" cy="2507615"/>
          </a:xfrm>
          <a:custGeom>
            <a:avLst/>
            <a:gdLst/>
            <a:ahLst/>
            <a:cxnLst/>
            <a:rect l="l" t="t" r="r" b="b"/>
            <a:pathLst>
              <a:path w="2507615" h="2507615">
                <a:moveTo>
                  <a:pt x="1253511" y="2507023"/>
                </a:moveTo>
                <a:lnTo>
                  <a:pt x="0" y="1253511"/>
                </a:lnTo>
                <a:lnTo>
                  <a:pt x="1253511" y="0"/>
                </a:lnTo>
                <a:lnTo>
                  <a:pt x="2507021" y="1253512"/>
                </a:lnTo>
                <a:lnTo>
                  <a:pt x="1253511" y="2507023"/>
                </a:lnTo>
                <a:close/>
              </a:path>
            </a:pathLst>
          </a:custGeom>
          <a:solidFill>
            <a:srgbClr val="4A64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5064322" y="7286044"/>
            <a:ext cx="1195070" cy="8826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267335">
              <a:lnSpc>
                <a:spcPct val="117200"/>
              </a:lnSpc>
              <a:spcBef>
                <a:spcPts val="95"/>
              </a:spcBef>
            </a:pPr>
            <a:r>
              <a:rPr dirty="0" sz="2400" spc="10">
                <a:solidFill>
                  <a:srgbClr val="FFFFFF"/>
                </a:solidFill>
                <a:latin typeface="Georgia"/>
                <a:cs typeface="Georgia"/>
              </a:rPr>
              <a:t>Find </a:t>
            </a:r>
            <a:r>
              <a:rPr dirty="0" sz="2400" spc="1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2400" spc="5">
                <a:solidFill>
                  <a:srgbClr val="FFFFFF"/>
                </a:solidFill>
                <a:latin typeface="Georgia"/>
                <a:cs typeface="Georgia"/>
              </a:rPr>
              <a:t>Datas</a:t>
            </a:r>
            <a:r>
              <a:rPr dirty="0" sz="2400" spc="5">
                <a:solidFill>
                  <a:srgbClr val="FFFFFF"/>
                </a:solidFill>
                <a:latin typeface="Georgia"/>
                <a:cs typeface="Georgia"/>
              </a:rPr>
              <a:t>e</a:t>
            </a:r>
            <a:r>
              <a:rPr dirty="0" sz="2400">
                <a:solidFill>
                  <a:srgbClr val="FFFFFF"/>
                </a:solidFill>
                <a:latin typeface="Georgia"/>
                <a:cs typeface="Georgia"/>
              </a:rPr>
              <a:t>t</a:t>
            </a:r>
            <a:r>
              <a:rPr dirty="0" sz="2400" spc="10">
                <a:solidFill>
                  <a:srgbClr val="FFFFFF"/>
                </a:solidFill>
                <a:latin typeface="Georgia"/>
                <a:cs typeface="Georgia"/>
              </a:rPr>
              <a:t>s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0062988" y="6522704"/>
            <a:ext cx="2507615" cy="2507615"/>
          </a:xfrm>
          <a:custGeom>
            <a:avLst/>
            <a:gdLst/>
            <a:ahLst/>
            <a:cxnLst/>
            <a:rect l="l" t="t" r="r" b="b"/>
            <a:pathLst>
              <a:path w="2507615" h="2507615">
                <a:moveTo>
                  <a:pt x="1253511" y="2507023"/>
                </a:moveTo>
                <a:lnTo>
                  <a:pt x="0" y="1253511"/>
                </a:lnTo>
                <a:lnTo>
                  <a:pt x="1253511" y="0"/>
                </a:lnTo>
                <a:lnTo>
                  <a:pt x="2507022" y="1253512"/>
                </a:lnTo>
                <a:lnTo>
                  <a:pt x="1253511" y="2507023"/>
                </a:lnTo>
                <a:close/>
              </a:path>
            </a:pathLst>
          </a:custGeom>
          <a:solidFill>
            <a:srgbClr val="4A64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0622978" y="7286044"/>
            <a:ext cx="1387475" cy="8826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55880">
              <a:lnSpc>
                <a:spcPct val="117200"/>
              </a:lnSpc>
              <a:spcBef>
                <a:spcPts val="95"/>
              </a:spcBef>
            </a:pPr>
            <a:r>
              <a:rPr dirty="0" sz="2400" spc="10">
                <a:solidFill>
                  <a:srgbClr val="FFFFFF"/>
                </a:solidFill>
                <a:latin typeface="Georgia"/>
                <a:cs typeface="Georgia"/>
              </a:rPr>
              <a:t>Use </a:t>
            </a:r>
            <a:r>
              <a:rPr dirty="0" sz="2400" spc="5">
                <a:solidFill>
                  <a:srgbClr val="FFFFFF"/>
                </a:solidFill>
                <a:latin typeface="Georgia"/>
                <a:cs typeface="Georgia"/>
              </a:rPr>
              <a:t>tools </a:t>
            </a:r>
            <a:r>
              <a:rPr dirty="0" sz="2400" spc="-56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2400" spc="5">
                <a:solidFill>
                  <a:srgbClr val="FFFFFF"/>
                </a:solidFill>
                <a:latin typeface="Georgia"/>
                <a:cs typeface="Georgia"/>
              </a:rPr>
              <a:t>to</a:t>
            </a:r>
            <a:r>
              <a:rPr dirty="0" sz="2400" spc="-6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2400" spc="5">
                <a:solidFill>
                  <a:srgbClr val="FFFFFF"/>
                </a:solidFill>
                <a:latin typeface="Georgia"/>
                <a:cs typeface="Georgia"/>
              </a:rPr>
              <a:t>analyse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717639" y="6522704"/>
            <a:ext cx="2507615" cy="2507615"/>
          </a:xfrm>
          <a:custGeom>
            <a:avLst/>
            <a:gdLst/>
            <a:ahLst/>
            <a:cxnLst/>
            <a:rect l="l" t="t" r="r" b="b"/>
            <a:pathLst>
              <a:path w="2507615" h="2507615">
                <a:moveTo>
                  <a:pt x="1253511" y="2507023"/>
                </a:moveTo>
                <a:lnTo>
                  <a:pt x="0" y="1253511"/>
                </a:lnTo>
                <a:lnTo>
                  <a:pt x="1253511" y="0"/>
                </a:lnTo>
                <a:lnTo>
                  <a:pt x="2507022" y="1253512"/>
                </a:lnTo>
                <a:lnTo>
                  <a:pt x="1253511" y="2507023"/>
                </a:lnTo>
                <a:close/>
              </a:path>
            </a:pathLst>
          </a:custGeom>
          <a:solidFill>
            <a:srgbClr val="4A64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6211697" y="7286044"/>
            <a:ext cx="1518920" cy="8826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429259">
              <a:lnSpc>
                <a:spcPct val="117200"/>
              </a:lnSpc>
              <a:spcBef>
                <a:spcPts val="95"/>
              </a:spcBef>
            </a:pPr>
            <a:r>
              <a:rPr dirty="0" sz="2400" spc="10">
                <a:solidFill>
                  <a:srgbClr val="FFFFFF"/>
                </a:solidFill>
                <a:latin typeface="Georgia"/>
                <a:cs typeface="Georgia"/>
              </a:rPr>
              <a:t>Find </a:t>
            </a:r>
            <a:r>
              <a:rPr dirty="0" sz="2400" spc="1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2400" spc="5">
                <a:solidFill>
                  <a:srgbClr val="FFFFFF"/>
                </a:solidFill>
                <a:latin typeface="Georgia"/>
                <a:cs typeface="Georgia"/>
              </a:rPr>
              <a:t>useful</a:t>
            </a:r>
            <a:r>
              <a:rPr dirty="0" sz="2400" spc="-5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2400" spc="5">
                <a:solidFill>
                  <a:srgbClr val="FFFFFF"/>
                </a:solidFill>
                <a:latin typeface="Georgia"/>
                <a:cs typeface="Georgia"/>
              </a:rPr>
              <a:t>data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372637" y="6522704"/>
            <a:ext cx="2507615" cy="2507615"/>
          </a:xfrm>
          <a:custGeom>
            <a:avLst/>
            <a:gdLst/>
            <a:ahLst/>
            <a:cxnLst/>
            <a:rect l="l" t="t" r="r" b="b"/>
            <a:pathLst>
              <a:path w="2507615" h="2507615">
                <a:moveTo>
                  <a:pt x="1253512" y="2507023"/>
                </a:moveTo>
                <a:lnTo>
                  <a:pt x="0" y="1253512"/>
                </a:lnTo>
                <a:lnTo>
                  <a:pt x="1253512" y="0"/>
                </a:lnTo>
                <a:lnTo>
                  <a:pt x="2507024" y="1253512"/>
                </a:lnTo>
                <a:lnTo>
                  <a:pt x="1253512" y="2507023"/>
                </a:lnTo>
                <a:close/>
              </a:path>
            </a:pathLst>
          </a:custGeom>
          <a:solidFill>
            <a:srgbClr val="4A64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1974597" y="7554229"/>
            <a:ext cx="1303020" cy="3956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400" spc="5">
                <a:solidFill>
                  <a:srgbClr val="FFFFFF"/>
                </a:solidFill>
                <a:latin typeface="Georgia"/>
                <a:cs typeface="Georgia"/>
              </a:rPr>
              <a:t>Conclude</a:t>
            </a:r>
            <a:endParaRPr sz="2400">
              <a:latin typeface="Georgia"/>
              <a:cs typeface="Georgi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879662" y="3645351"/>
            <a:ext cx="11858625" cy="4245610"/>
            <a:chOff x="3879662" y="3645351"/>
            <a:chExt cx="11858625" cy="4245610"/>
          </a:xfrm>
        </p:grpSpPr>
        <p:sp>
          <p:nvSpPr>
            <p:cNvPr id="24" name="object 24"/>
            <p:cNvSpPr/>
            <p:nvPr/>
          </p:nvSpPr>
          <p:spPr>
            <a:xfrm>
              <a:off x="8225011" y="3778705"/>
              <a:ext cx="1819910" cy="0"/>
            </a:xfrm>
            <a:custGeom>
              <a:avLst/>
              <a:gdLst/>
              <a:ahLst/>
              <a:cxnLst/>
              <a:rect l="l" t="t" r="r" b="b"/>
              <a:pathLst>
                <a:path w="1819909" h="0">
                  <a:moveTo>
                    <a:pt x="0" y="0"/>
                  </a:moveTo>
                  <a:lnTo>
                    <a:pt x="1819368" y="0"/>
                  </a:lnTo>
                </a:path>
              </a:pathLst>
            </a:custGeom>
            <a:ln w="38099">
              <a:solidFill>
                <a:srgbClr val="79A22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9968161" y="3721555"/>
              <a:ext cx="76835" cy="114300"/>
            </a:xfrm>
            <a:custGeom>
              <a:avLst/>
              <a:gdLst/>
              <a:ahLst/>
              <a:cxnLst/>
              <a:rect l="l" t="t" r="r" b="b"/>
              <a:pathLst>
                <a:path w="76834" h="114300">
                  <a:moveTo>
                    <a:pt x="0" y="0"/>
                  </a:moveTo>
                  <a:lnTo>
                    <a:pt x="76218" y="57149"/>
                  </a:lnTo>
                  <a:lnTo>
                    <a:pt x="0" y="114299"/>
                  </a:lnTo>
                </a:path>
              </a:pathLst>
            </a:custGeom>
            <a:ln w="38106">
              <a:solidFill>
                <a:srgbClr val="79A22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2570361" y="3721555"/>
              <a:ext cx="1819910" cy="0"/>
            </a:xfrm>
            <a:custGeom>
              <a:avLst/>
              <a:gdLst/>
              <a:ahLst/>
              <a:cxnLst/>
              <a:rect l="l" t="t" r="r" b="b"/>
              <a:pathLst>
                <a:path w="1819909" h="0">
                  <a:moveTo>
                    <a:pt x="0" y="0"/>
                  </a:moveTo>
                  <a:lnTo>
                    <a:pt x="1819368" y="0"/>
                  </a:lnTo>
                </a:path>
              </a:pathLst>
            </a:custGeom>
            <a:ln w="38099">
              <a:solidFill>
                <a:srgbClr val="79A22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4313510" y="3664405"/>
              <a:ext cx="76835" cy="114300"/>
            </a:xfrm>
            <a:custGeom>
              <a:avLst/>
              <a:gdLst/>
              <a:ahLst/>
              <a:cxnLst/>
              <a:rect l="l" t="t" r="r" b="b"/>
              <a:pathLst>
                <a:path w="76834" h="114300">
                  <a:moveTo>
                    <a:pt x="0" y="0"/>
                  </a:moveTo>
                  <a:lnTo>
                    <a:pt x="76218" y="57149"/>
                  </a:lnTo>
                  <a:lnTo>
                    <a:pt x="0" y="114299"/>
                  </a:lnTo>
                </a:path>
              </a:pathLst>
            </a:custGeom>
            <a:ln w="38106">
              <a:solidFill>
                <a:srgbClr val="79A22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2589062" y="7776216"/>
              <a:ext cx="1819275" cy="0"/>
            </a:xfrm>
            <a:custGeom>
              <a:avLst/>
              <a:gdLst/>
              <a:ahLst/>
              <a:cxnLst/>
              <a:rect l="l" t="t" r="r" b="b"/>
              <a:pathLst>
                <a:path w="1819275" h="0">
                  <a:moveTo>
                    <a:pt x="1819274" y="0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79A22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2589062" y="7719066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76199" y="114299"/>
                  </a:moveTo>
                  <a:lnTo>
                    <a:pt x="0" y="57149"/>
                  </a:lnTo>
                  <a:lnTo>
                    <a:pt x="76199" y="0"/>
                  </a:lnTo>
                </a:path>
              </a:pathLst>
            </a:custGeom>
            <a:ln w="38099">
              <a:solidFill>
                <a:srgbClr val="79A22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8244061" y="7757166"/>
              <a:ext cx="1819275" cy="0"/>
            </a:xfrm>
            <a:custGeom>
              <a:avLst/>
              <a:gdLst/>
              <a:ahLst/>
              <a:cxnLst/>
              <a:rect l="l" t="t" r="r" b="b"/>
              <a:pathLst>
                <a:path w="1819275" h="0">
                  <a:moveTo>
                    <a:pt x="1819274" y="0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79A22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8244061" y="7700016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76199" y="114299"/>
                  </a:moveTo>
                  <a:lnTo>
                    <a:pt x="0" y="57149"/>
                  </a:lnTo>
                  <a:lnTo>
                    <a:pt x="76199" y="0"/>
                  </a:lnTo>
                </a:path>
              </a:pathLst>
            </a:custGeom>
            <a:ln w="38099">
              <a:solidFill>
                <a:srgbClr val="79A22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898711" y="7814316"/>
              <a:ext cx="1819275" cy="0"/>
            </a:xfrm>
            <a:custGeom>
              <a:avLst/>
              <a:gdLst/>
              <a:ahLst/>
              <a:cxnLst/>
              <a:rect l="l" t="t" r="r" b="b"/>
              <a:pathLst>
                <a:path w="1819275" h="0">
                  <a:moveTo>
                    <a:pt x="1819274" y="0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79A22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3898712" y="7757166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76199" y="114299"/>
                  </a:moveTo>
                  <a:lnTo>
                    <a:pt x="0" y="57149"/>
                  </a:lnTo>
                  <a:lnTo>
                    <a:pt x="76199" y="0"/>
                  </a:lnTo>
                </a:path>
              </a:pathLst>
            </a:custGeom>
            <a:ln w="38099">
              <a:solidFill>
                <a:srgbClr val="79A22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15661787" y="4994178"/>
              <a:ext cx="0" cy="1505585"/>
            </a:xfrm>
            <a:custGeom>
              <a:avLst/>
              <a:gdLst/>
              <a:ahLst/>
              <a:cxnLst/>
              <a:rect l="l" t="t" r="r" b="b"/>
              <a:pathLst>
                <a:path w="0" h="1505585">
                  <a:moveTo>
                    <a:pt x="0" y="0"/>
                  </a:moveTo>
                  <a:lnTo>
                    <a:pt x="0" y="1505128"/>
                  </a:lnTo>
                </a:path>
              </a:pathLst>
            </a:custGeom>
            <a:ln w="37988">
              <a:solidFill>
                <a:srgbClr val="79A22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15604637" y="6423328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114299" y="0"/>
                  </a:moveTo>
                  <a:lnTo>
                    <a:pt x="57149" y="75977"/>
                  </a:lnTo>
                  <a:lnTo>
                    <a:pt x="0" y="0"/>
                  </a:lnTo>
                </a:path>
              </a:pathLst>
            </a:custGeom>
            <a:ln w="38065">
              <a:solidFill>
                <a:srgbClr val="79A22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785823" y="939276"/>
            <a:ext cx="6486525" cy="20739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450" spc="290" b="1">
                <a:solidFill>
                  <a:srgbClr val="F9B80C"/>
                </a:solidFill>
                <a:latin typeface="Tahoma"/>
                <a:cs typeface="Tahoma"/>
              </a:rPr>
              <a:t>T</a:t>
            </a:r>
            <a:r>
              <a:rPr dirty="0" sz="13450" spc="550" b="1">
                <a:solidFill>
                  <a:srgbClr val="F9B80C"/>
                </a:solidFill>
                <a:latin typeface="Tahoma"/>
                <a:cs typeface="Tahoma"/>
              </a:rPr>
              <a:t>H</a:t>
            </a:r>
            <a:r>
              <a:rPr dirty="0" sz="13450" spc="1350" b="1">
                <a:solidFill>
                  <a:srgbClr val="F9B80C"/>
                </a:solidFill>
                <a:latin typeface="Tahoma"/>
                <a:cs typeface="Tahoma"/>
              </a:rPr>
              <a:t>A</a:t>
            </a:r>
            <a:r>
              <a:rPr dirty="0" sz="13450" spc="459" b="1">
                <a:solidFill>
                  <a:srgbClr val="F9B80C"/>
                </a:solidFill>
                <a:latin typeface="Tahoma"/>
                <a:cs typeface="Tahoma"/>
              </a:rPr>
              <a:t>N</a:t>
            </a:r>
            <a:r>
              <a:rPr dirty="0" sz="13450" spc="740" b="1">
                <a:solidFill>
                  <a:srgbClr val="F9B80C"/>
                </a:solidFill>
                <a:latin typeface="Tahoma"/>
                <a:cs typeface="Tahoma"/>
              </a:rPr>
              <a:t>K</a:t>
            </a:r>
            <a:endParaRPr sz="1345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277950" y="2348976"/>
            <a:ext cx="3994150" cy="20739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450" spc="290" b="1">
                <a:solidFill>
                  <a:srgbClr val="F9B80C"/>
                </a:solidFill>
                <a:latin typeface="Tahoma"/>
                <a:cs typeface="Tahoma"/>
              </a:rPr>
              <a:t>Y</a:t>
            </a:r>
            <a:r>
              <a:rPr dirty="0" sz="13450" spc="1005" b="1">
                <a:solidFill>
                  <a:srgbClr val="F9B80C"/>
                </a:solidFill>
                <a:latin typeface="Tahoma"/>
                <a:cs typeface="Tahoma"/>
              </a:rPr>
              <a:t>O</a:t>
            </a:r>
            <a:r>
              <a:rPr dirty="0" sz="13450" spc="625" b="1">
                <a:solidFill>
                  <a:srgbClr val="F9B80C"/>
                </a:solidFill>
                <a:latin typeface="Tahoma"/>
                <a:cs typeface="Tahoma"/>
              </a:rPr>
              <a:t>U</a:t>
            </a:r>
            <a:endParaRPr sz="1345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8874193"/>
            <a:ext cx="1523999" cy="14128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Elmurodjon Abdullajonov</dc:creator>
  <cp:keywords>DAFiZp7p9mw,BAFQwEQMIF4</cp:keywords>
  <dc:title>big data analysis</dc:title>
  <dcterms:created xsi:type="dcterms:W3CDTF">2023-05-09T07:41:32Z</dcterms:created>
  <dcterms:modified xsi:type="dcterms:W3CDTF">2023-05-09T07:41:32Z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2023-05-09T00:00:00Z</vt:filetime>
  </property>
  <property fmtid="{D5CDD505-2E9C-101B-9397-08002B2CF9AE}" pid="3" name="Creator">
    <vt:lpwstr>Canva</vt:lpwstr>
  </property>
  <property fmtid="{D5CDD505-2E9C-101B-9397-08002B2CF9AE}" pid="4" name="LastSaved">
    <vt:filetime>2023-05-09T00:00:00Z</vt:filetime>
  </property>
</Properties>
</file>